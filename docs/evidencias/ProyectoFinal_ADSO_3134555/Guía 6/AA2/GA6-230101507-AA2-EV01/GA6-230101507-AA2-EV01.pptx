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9" r:id="rId2"/>
    <p:sldId id="256" r:id="rId3"/>
    <p:sldId id="257" r:id="rId4"/>
    <p:sldId id="258" r:id="rId5"/>
  </p:sldIdLst>
  <p:sldSz cx="7620000" cy="19050000"/>
  <p:notesSz cx="7620000" cy="19050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206" autoAdjust="0"/>
  </p:normalViewPr>
  <p:slideViewPr>
    <p:cSldViewPr>
      <p:cViewPr>
        <p:scale>
          <a:sx n="33" d="100"/>
          <a:sy n="33" d="100"/>
        </p:scale>
        <p:origin x="2538" y="-50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71500" y="5905500"/>
            <a:ext cx="6477000" cy="4000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75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43000" y="10668000"/>
            <a:ext cx="5334000" cy="4762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200" b="1" i="0">
                <a:solidFill>
                  <a:srgbClr val="FDECCF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75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200" b="1" i="0">
                <a:solidFill>
                  <a:srgbClr val="FDECCF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75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381000" y="4381500"/>
            <a:ext cx="3314700" cy="125730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3924300" y="4381500"/>
            <a:ext cx="3314700" cy="125730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75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7620000" cy="19050000"/>
          </a:xfrm>
          <a:custGeom>
            <a:avLst/>
            <a:gdLst/>
            <a:ahLst/>
            <a:cxnLst/>
            <a:rect l="l" t="t" r="r" b="b"/>
            <a:pathLst>
              <a:path w="7620000" h="19050000">
                <a:moveTo>
                  <a:pt x="7619999" y="19049998"/>
                </a:moveTo>
                <a:lnTo>
                  <a:pt x="0" y="19049998"/>
                </a:lnTo>
                <a:lnTo>
                  <a:pt x="0" y="0"/>
                </a:lnTo>
                <a:lnTo>
                  <a:pt x="7619999" y="0"/>
                </a:lnTo>
                <a:lnTo>
                  <a:pt x="7619999" y="19049998"/>
                </a:lnTo>
                <a:close/>
              </a:path>
            </a:pathLst>
          </a:custGeom>
          <a:solidFill>
            <a:srgbClr val="53535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327441" y="126478"/>
            <a:ext cx="4965116" cy="172402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75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33479" y="4585961"/>
            <a:ext cx="7137400" cy="101028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200" b="1" i="0">
                <a:solidFill>
                  <a:srgbClr val="FDECCF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90800" y="17716500"/>
            <a:ext cx="2438400" cy="952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81000" y="17716500"/>
            <a:ext cx="1752600" cy="952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86400" y="17716500"/>
            <a:ext cx="1752600" cy="952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7" Type="http://schemas.openxmlformats.org/officeDocument/2006/relationships/image" Target="../media/image2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8.jpg"/><Relationship Id="rId4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320165" cy="1929764"/>
            <a:chOff x="0" y="0"/>
            <a:chExt cx="1320165" cy="1929764"/>
          </a:xfrm>
        </p:grpSpPr>
        <p:sp>
          <p:nvSpPr>
            <p:cNvPr id="3" name="object 3"/>
            <p:cNvSpPr/>
            <p:nvPr/>
          </p:nvSpPr>
          <p:spPr>
            <a:xfrm>
              <a:off x="57467" y="0"/>
              <a:ext cx="1263015" cy="1073150"/>
            </a:xfrm>
            <a:custGeom>
              <a:avLst/>
              <a:gdLst/>
              <a:ahLst/>
              <a:cxnLst/>
              <a:rect l="l" t="t" r="r" b="b"/>
              <a:pathLst>
                <a:path w="1263015" h="1073150">
                  <a:moveTo>
                    <a:pt x="1262440" y="0"/>
                  </a:moveTo>
                  <a:lnTo>
                    <a:pt x="835425" y="910530"/>
                  </a:lnTo>
                  <a:lnTo>
                    <a:pt x="387099" y="1072947"/>
                  </a:lnTo>
                  <a:lnTo>
                    <a:pt x="0" y="0"/>
                  </a:lnTo>
                  <a:lnTo>
                    <a:pt x="1262440" y="0"/>
                  </a:lnTo>
                  <a:close/>
                </a:path>
              </a:pathLst>
            </a:custGeom>
            <a:solidFill>
              <a:srgbClr val="FFDE5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1005435"/>
              <a:ext cx="506095" cy="761365"/>
            </a:xfrm>
            <a:custGeom>
              <a:avLst/>
              <a:gdLst/>
              <a:ahLst/>
              <a:cxnLst/>
              <a:rect l="l" t="t" r="r" b="b"/>
              <a:pathLst>
                <a:path w="506095" h="761364">
                  <a:moveTo>
                    <a:pt x="297041" y="0"/>
                  </a:moveTo>
                  <a:lnTo>
                    <a:pt x="505691" y="578432"/>
                  </a:lnTo>
                  <a:lnTo>
                    <a:pt x="0" y="761346"/>
                  </a:lnTo>
                  <a:lnTo>
                    <a:pt x="0" y="107618"/>
                  </a:lnTo>
                  <a:lnTo>
                    <a:pt x="297041" y="0"/>
                  </a:lnTo>
                  <a:close/>
                </a:path>
              </a:pathLst>
            </a:custGeom>
            <a:solidFill>
              <a:srgbClr val="FFDE58">
                <a:alpha val="7175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375317"/>
              <a:ext cx="1137285" cy="1554480"/>
            </a:xfrm>
            <a:custGeom>
              <a:avLst/>
              <a:gdLst/>
              <a:ahLst/>
              <a:cxnLst/>
              <a:rect l="l" t="t" r="r" b="b"/>
              <a:pathLst>
                <a:path w="1137285" h="1554480">
                  <a:moveTo>
                    <a:pt x="1131362" y="0"/>
                  </a:moveTo>
                  <a:lnTo>
                    <a:pt x="1136810" y="15102"/>
                  </a:lnTo>
                  <a:lnTo>
                    <a:pt x="417598" y="1548690"/>
                  </a:lnTo>
                  <a:lnTo>
                    <a:pt x="402503" y="1554159"/>
                  </a:lnTo>
                  <a:lnTo>
                    <a:pt x="0" y="439066"/>
                  </a:lnTo>
                  <a:lnTo>
                    <a:pt x="0" y="409863"/>
                  </a:lnTo>
                  <a:lnTo>
                    <a:pt x="1131362" y="0"/>
                  </a:lnTo>
                  <a:close/>
                </a:path>
              </a:pathLst>
            </a:custGeom>
            <a:solidFill>
              <a:srgbClr val="236575">
                <a:alpha val="7175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772660" cy="758264"/>
            </a:xfrm>
            <a:prstGeom prst="rect">
              <a:avLst/>
            </a:prstGeom>
          </p:spPr>
        </p:pic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1327441" y="126478"/>
            <a:ext cx="4965116" cy="16625898"/>
          </a:xfrm>
          <a:prstGeom prst="rect">
            <a:avLst/>
          </a:prstGeom>
        </p:spPr>
        <p:txBody>
          <a:bodyPr vert="horz" wrap="square" lIns="0" tIns="85090" rIns="0" bIns="0" rtlCol="0">
            <a:sp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br>
              <a:rPr lang="es-CO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s-CO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s-CO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s-CO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s-CO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s-CO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s-CO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s-CO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s-CO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s-CO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Servicio Nacional de Aprendizaje – SENA</a:t>
            </a:r>
            <a:br>
              <a:rPr lang="es-CO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s-CO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br>
              <a:rPr lang="es-CO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s-CO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br>
              <a:rPr lang="es-CO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s-CO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br>
              <a:rPr lang="es-CO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s-CO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br>
              <a:rPr lang="es-CO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s-CO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s-CO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Tecnólogo en Análisis y Desarrollo de Software</a:t>
            </a:r>
            <a:br>
              <a:rPr lang="es-CO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s-CO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Ficha: 3134555</a:t>
            </a:r>
            <a:br>
              <a:rPr lang="es-CO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s-CO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s-CO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br>
              <a:rPr lang="es-CO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s-CO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s-MX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Infografía Plan de higiene y gasto calórico</a:t>
            </a:r>
            <a:br>
              <a:rPr lang="es-MX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s-CO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(GA6-230101507-AA2-EV01)</a:t>
            </a:r>
            <a:br>
              <a:rPr lang="es-CO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s-CO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br>
              <a:rPr lang="es-CO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s-CO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br>
              <a:rPr lang="es-CO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s-CO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br>
              <a:rPr lang="es-CO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s-CO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br>
              <a:rPr lang="es-CO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s-CO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br>
              <a:rPr lang="es-CO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s-CO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br>
              <a:rPr lang="es-CO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s-CO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br>
              <a:rPr lang="es-CO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s-CO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APRENDIZ</a:t>
            </a:r>
            <a:br>
              <a:rPr lang="es-CO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s-CO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Johan Mauricio Sánchez Gaviria</a:t>
            </a:r>
            <a:br>
              <a:rPr lang="es-CO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s-CO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br>
              <a:rPr lang="es-CO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s-CO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br>
              <a:rPr lang="es-CO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s-CO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br>
              <a:rPr lang="es-CO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s-CO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br>
              <a:rPr lang="es-CO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s-CO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br>
              <a:rPr lang="es-CO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s-CO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br>
              <a:rPr lang="es-CO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s-CO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INSTRUCTOR</a:t>
            </a:r>
            <a:br>
              <a:rPr lang="es-CO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s-CO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s-CO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s-CO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br>
              <a:rPr lang="es-CO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s-CO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br>
              <a:rPr lang="es-CO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s-CO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br>
              <a:rPr lang="es-CO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s-CO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br>
              <a:rPr lang="es-CO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s-CO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br>
              <a:rPr lang="es-CO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s-CO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br>
              <a:rPr lang="es-CO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s-CO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br>
              <a:rPr lang="es-CO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s-CO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br>
              <a:rPr lang="es-CO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s-CO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NOVIEMBRE 2025</a:t>
            </a:r>
            <a:br>
              <a:rPr lang="es-CO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endParaRPr spc="-10" dirty="0"/>
          </a:p>
        </p:txBody>
      </p:sp>
    </p:spTree>
    <p:extLst>
      <p:ext uri="{BB962C8B-B14F-4D97-AF65-F5344CB8AC3E}">
        <p14:creationId xmlns:p14="http://schemas.microsoft.com/office/powerpoint/2010/main" val="18462311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738088" y="189634"/>
            <a:ext cx="1884680" cy="2451100"/>
          </a:xfrm>
          <a:custGeom>
            <a:avLst/>
            <a:gdLst/>
            <a:ahLst/>
            <a:cxnLst/>
            <a:rect l="l" t="t" r="r" b="b"/>
            <a:pathLst>
              <a:path w="1884679" h="2451100">
                <a:moveTo>
                  <a:pt x="1884108" y="1981200"/>
                </a:moveTo>
                <a:lnTo>
                  <a:pt x="1883486" y="1981200"/>
                </a:lnTo>
                <a:lnTo>
                  <a:pt x="1880819" y="1968500"/>
                </a:lnTo>
                <a:lnTo>
                  <a:pt x="1876425" y="1955800"/>
                </a:lnTo>
                <a:lnTo>
                  <a:pt x="1870621" y="1943100"/>
                </a:lnTo>
                <a:lnTo>
                  <a:pt x="1863699" y="1943100"/>
                </a:lnTo>
                <a:lnTo>
                  <a:pt x="1857730" y="1930400"/>
                </a:lnTo>
                <a:lnTo>
                  <a:pt x="1845843" y="1930400"/>
                </a:lnTo>
                <a:lnTo>
                  <a:pt x="1840814" y="1917700"/>
                </a:lnTo>
                <a:lnTo>
                  <a:pt x="1837372" y="1917700"/>
                </a:lnTo>
                <a:lnTo>
                  <a:pt x="1835150" y="1905000"/>
                </a:lnTo>
                <a:lnTo>
                  <a:pt x="1834222" y="1905000"/>
                </a:lnTo>
                <a:lnTo>
                  <a:pt x="1834642" y="1892300"/>
                </a:lnTo>
                <a:lnTo>
                  <a:pt x="1836064" y="1892300"/>
                </a:lnTo>
                <a:lnTo>
                  <a:pt x="1835721" y="1879600"/>
                </a:lnTo>
                <a:lnTo>
                  <a:pt x="1832292" y="1879600"/>
                </a:lnTo>
                <a:lnTo>
                  <a:pt x="1804149" y="1828800"/>
                </a:lnTo>
                <a:lnTo>
                  <a:pt x="1787004" y="1778000"/>
                </a:lnTo>
                <a:lnTo>
                  <a:pt x="1780527" y="1739900"/>
                </a:lnTo>
                <a:lnTo>
                  <a:pt x="1779257" y="1689100"/>
                </a:lnTo>
                <a:lnTo>
                  <a:pt x="1777492" y="1651000"/>
                </a:lnTo>
                <a:lnTo>
                  <a:pt x="1775193" y="1612900"/>
                </a:lnTo>
                <a:lnTo>
                  <a:pt x="1772348" y="1574800"/>
                </a:lnTo>
                <a:lnTo>
                  <a:pt x="1770684" y="1549400"/>
                </a:lnTo>
                <a:lnTo>
                  <a:pt x="1768868" y="1524000"/>
                </a:lnTo>
                <a:lnTo>
                  <a:pt x="1766912" y="1511300"/>
                </a:lnTo>
                <a:lnTo>
                  <a:pt x="1764792" y="1485900"/>
                </a:lnTo>
                <a:lnTo>
                  <a:pt x="1761401" y="1447800"/>
                </a:lnTo>
                <a:lnTo>
                  <a:pt x="1753069" y="1409700"/>
                </a:lnTo>
                <a:lnTo>
                  <a:pt x="1732229" y="1371600"/>
                </a:lnTo>
                <a:lnTo>
                  <a:pt x="1724647" y="1346200"/>
                </a:lnTo>
                <a:lnTo>
                  <a:pt x="1712582" y="1333500"/>
                </a:lnTo>
                <a:lnTo>
                  <a:pt x="1701571" y="1308100"/>
                </a:lnTo>
                <a:lnTo>
                  <a:pt x="1691690" y="1282700"/>
                </a:lnTo>
                <a:lnTo>
                  <a:pt x="1683004" y="1257300"/>
                </a:lnTo>
                <a:lnTo>
                  <a:pt x="1689811" y="1244600"/>
                </a:lnTo>
                <a:lnTo>
                  <a:pt x="1705025" y="1244600"/>
                </a:lnTo>
                <a:lnTo>
                  <a:pt x="1707197" y="1231900"/>
                </a:lnTo>
                <a:lnTo>
                  <a:pt x="1704568" y="1231900"/>
                </a:lnTo>
                <a:lnTo>
                  <a:pt x="1693138" y="1206500"/>
                </a:lnTo>
                <a:lnTo>
                  <a:pt x="1684743" y="1181100"/>
                </a:lnTo>
                <a:lnTo>
                  <a:pt x="1679486" y="1155700"/>
                </a:lnTo>
                <a:lnTo>
                  <a:pt x="1678470" y="1143000"/>
                </a:lnTo>
                <a:lnTo>
                  <a:pt x="1677454" y="1130300"/>
                </a:lnTo>
                <a:lnTo>
                  <a:pt x="1674431" y="1117600"/>
                </a:lnTo>
                <a:lnTo>
                  <a:pt x="1667459" y="1104900"/>
                </a:lnTo>
                <a:lnTo>
                  <a:pt x="1659128" y="1092200"/>
                </a:lnTo>
                <a:lnTo>
                  <a:pt x="1652054" y="1079500"/>
                </a:lnTo>
                <a:lnTo>
                  <a:pt x="1647151" y="1054100"/>
                </a:lnTo>
                <a:lnTo>
                  <a:pt x="1643862" y="1041400"/>
                </a:lnTo>
                <a:lnTo>
                  <a:pt x="1640446" y="1028700"/>
                </a:lnTo>
                <a:lnTo>
                  <a:pt x="1635125" y="1003300"/>
                </a:lnTo>
                <a:lnTo>
                  <a:pt x="1628394" y="990600"/>
                </a:lnTo>
                <a:lnTo>
                  <a:pt x="1621383" y="977900"/>
                </a:lnTo>
                <a:lnTo>
                  <a:pt x="1616468" y="965200"/>
                </a:lnTo>
                <a:lnTo>
                  <a:pt x="1616011" y="952500"/>
                </a:lnTo>
                <a:lnTo>
                  <a:pt x="1617383" y="952500"/>
                </a:lnTo>
                <a:lnTo>
                  <a:pt x="1621739" y="939800"/>
                </a:lnTo>
                <a:lnTo>
                  <a:pt x="1623682" y="939800"/>
                </a:lnTo>
                <a:lnTo>
                  <a:pt x="1624457" y="927100"/>
                </a:lnTo>
                <a:lnTo>
                  <a:pt x="1621358" y="914400"/>
                </a:lnTo>
                <a:lnTo>
                  <a:pt x="1614932" y="901700"/>
                </a:lnTo>
                <a:lnTo>
                  <a:pt x="1605661" y="889000"/>
                </a:lnTo>
                <a:lnTo>
                  <a:pt x="1575739" y="889000"/>
                </a:lnTo>
                <a:lnTo>
                  <a:pt x="1568246" y="876300"/>
                </a:lnTo>
                <a:lnTo>
                  <a:pt x="1561274" y="876300"/>
                </a:lnTo>
                <a:lnTo>
                  <a:pt x="1554924" y="863600"/>
                </a:lnTo>
                <a:lnTo>
                  <a:pt x="1559204" y="850900"/>
                </a:lnTo>
                <a:lnTo>
                  <a:pt x="1560626" y="838200"/>
                </a:lnTo>
                <a:lnTo>
                  <a:pt x="1560741" y="825500"/>
                </a:lnTo>
                <a:lnTo>
                  <a:pt x="1560855" y="812800"/>
                </a:lnTo>
                <a:lnTo>
                  <a:pt x="1561553" y="800100"/>
                </a:lnTo>
                <a:lnTo>
                  <a:pt x="1564386" y="774700"/>
                </a:lnTo>
                <a:lnTo>
                  <a:pt x="1568602" y="749300"/>
                </a:lnTo>
                <a:lnTo>
                  <a:pt x="1573733" y="736600"/>
                </a:lnTo>
                <a:lnTo>
                  <a:pt x="1579295" y="711200"/>
                </a:lnTo>
                <a:lnTo>
                  <a:pt x="1590840" y="660400"/>
                </a:lnTo>
                <a:lnTo>
                  <a:pt x="1594967" y="635000"/>
                </a:lnTo>
                <a:lnTo>
                  <a:pt x="1593138" y="596900"/>
                </a:lnTo>
                <a:lnTo>
                  <a:pt x="1588592" y="558800"/>
                </a:lnTo>
                <a:lnTo>
                  <a:pt x="1584617" y="533400"/>
                </a:lnTo>
                <a:lnTo>
                  <a:pt x="1581467" y="495300"/>
                </a:lnTo>
                <a:lnTo>
                  <a:pt x="1573606" y="444500"/>
                </a:lnTo>
                <a:lnTo>
                  <a:pt x="1537525" y="393700"/>
                </a:lnTo>
                <a:lnTo>
                  <a:pt x="1523403" y="381000"/>
                </a:lnTo>
                <a:lnTo>
                  <a:pt x="1509280" y="368300"/>
                </a:lnTo>
                <a:lnTo>
                  <a:pt x="1502232" y="368300"/>
                </a:lnTo>
                <a:lnTo>
                  <a:pt x="1487893" y="355600"/>
                </a:lnTo>
                <a:lnTo>
                  <a:pt x="1473492" y="355600"/>
                </a:lnTo>
                <a:lnTo>
                  <a:pt x="1466342" y="342900"/>
                </a:lnTo>
                <a:lnTo>
                  <a:pt x="1452130" y="342900"/>
                </a:lnTo>
                <a:lnTo>
                  <a:pt x="1423847" y="317500"/>
                </a:lnTo>
                <a:lnTo>
                  <a:pt x="1364310" y="292100"/>
                </a:lnTo>
                <a:lnTo>
                  <a:pt x="1358023" y="289369"/>
                </a:lnTo>
                <a:lnTo>
                  <a:pt x="1358023" y="1143000"/>
                </a:lnTo>
                <a:lnTo>
                  <a:pt x="1354670" y="1155700"/>
                </a:lnTo>
                <a:lnTo>
                  <a:pt x="1349286" y="1155700"/>
                </a:lnTo>
                <a:lnTo>
                  <a:pt x="1343444" y="1168400"/>
                </a:lnTo>
                <a:lnTo>
                  <a:pt x="1335824" y="1181100"/>
                </a:lnTo>
                <a:lnTo>
                  <a:pt x="1329499" y="1193800"/>
                </a:lnTo>
                <a:lnTo>
                  <a:pt x="1323517" y="1206500"/>
                </a:lnTo>
                <a:lnTo>
                  <a:pt x="1316964" y="1219200"/>
                </a:lnTo>
                <a:lnTo>
                  <a:pt x="1310513" y="1219200"/>
                </a:lnTo>
                <a:lnTo>
                  <a:pt x="1306614" y="1226312"/>
                </a:lnTo>
                <a:lnTo>
                  <a:pt x="1306614" y="1295400"/>
                </a:lnTo>
                <a:lnTo>
                  <a:pt x="1303858" y="1308100"/>
                </a:lnTo>
                <a:lnTo>
                  <a:pt x="1302778" y="1308100"/>
                </a:lnTo>
                <a:lnTo>
                  <a:pt x="1304544" y="1295400"/>
                </a:lnTo>
                <a:lnTo>
                  <a:pt x="1306614" y="1295400"/>
                </a:lnTo>
                <a:lnTo>
                  <a:pt x="1306614" y="1226312"/>
                </a:lnTo>
                <a:lnTo>
                  <a:pt x="1301292" y="1236014"/>
                </a:lnTo>
                <a:lnTo>
                  <a:pt x="1301292" y="1308100"/>
                </a:lnTo>
                <a:lnTo>
                  <a:pt x="1298079" y="1314450"/>
                </a:lnTo>
                <a:lnTo>
                  <a:pt x="1293736" y="1318501"/>
                </a:lnTo>
                <a:lnTo>
                  <a:pt x="1287386" y="1326680"/>
                </a:lnTo>
                <a:lnTo>
                  <a:pt x="1283589" y="1333500"/>
                </a:lnTo>
                <a:lnTo>
                  <a:pt x="1282788" y="1333500"/>
                </a:lnTo>
                <a:lnTo>
                  <a:pt x="1278115" y="1341831"/>
                </a:lnTo>
                <a:lnTo>
                  <a:pt x="1278750" y="1333500"/>
                </a:lnTo>
                <a:lnTo>
                  <a:pt x="1282344" y="1333500"/>
                </a:lnTo>
                <a:lnTo>
                  <a:pt x="1287386" y="1320800"/>
                </a:lnTo>
                <a:lnTo>
                  <a:pt x="1293736" y="1308100"/>
                </a:lnTo>
                <a:lnTo>
                  <a:pt x="1301292" y="1308100"/>
                </a:lnTo>
                <a:lnTo>
                  <a:pt x="1301292" y="1236014"/>
                </a:lnTo>
                <a:lnTo>
                  <a:pt x="1296581" y="1244600"/>
                </a:lnTo>
                <a:lnTo>
                  <a:pt x="1290193" y="1257300"/>
                </a:lnTo>
                <a:lnTo>
                  <a:pt x="1284909" y="1257300"/>
                </a:lnTo>
                <a:lnTo>
                  <a:pt x="1280477" y="1270000"/>
                </a:lnTo>
                <a:lnTo>
                  <a:pt x="1276629" y="1282700"/>
                </a:lnTo>
                <a:lnTo>
                  <a:pt x="1275664" y="1286167"/>
                </a:lnTo>
                <a:lnTo>
                  <a:pt x="1275664" y="1346200"/>
                </a:lnTo>
                <a:lnTo>
                  <a:pt x="1272616" y="1355394"/>
                </a:lnTo>
                <a:lnTo>
                  <a:pt x="1274521" y="1346200"/>
                </a:lnTo>
                <a:lnTo>
                  <a:pt x="1275664" y="1346200"/>
                </a:lnTo>
                <a:lnTo>
                  <a:pt x="1275664" y="1286167"/>
                </a:lnTo>
                <a:lnTo>
                  <a:pt x="1273086" y="1295400"/>
                </a:lnTo>
                <a:lnTo>
                  <a:pt x="1254836" y="1346200"/>
                </a:lnTo>
                <a:lnTo>
                  <a:pt x="1253807" y="1358900"/>
                </a:lnTo>
                <a:lnTo>
                  <a:pt x="1271447" y="1358900"/>
                </a:lnTo>
                <a:lnTo>
                  <a:pt x="1258824" y="1397000"/>
                </a:lnTo>
                <a:lnTo>
                  <a:pt x="1236802" y="1435100"/>
                </a:lnTo>
                <a:lnTo>
                  <a:pt x="1210017" y="1485900"/>
                </a:lnTo>
                <a:lnTo>
                  <a:pt x="1178852" y="1524000"/>
                </a:lnTo>
                <a:lnTo>
                  <a:pt x="1143711" y="1549400"/>
                </a:lnTo>
                <a:lnTo>
                  <a:pt x="1105001" y="1587500"/>
                </a:lnTo>
                <a:lnTo>
                  <a:pt x="1063117" y="1612900"/>
                </a:lnTo>
                <a:lnTo>
                  <a:pt x="1018463" y="1625600"/>
                </a:lnTo>
                <a:lnTo>
                  <a:pt x="971435" y="1638300"/>
                </a:lnTo>
                <a:lnTo>
                  <a:pt x="922439" y="1651000"/>
                </a:lnTo>
                <a:lnTo>
                  <a:pt x="910945" y="1651000"/>
                </a:lnTo>
                <a:lnTo>
                  <a:pt x="912088" y="1638300"/>
                </a:lnTo>
                <a:lnTo>
                  <a:pt x="912596" y="1638300"/>
                </a:lnTo>
                <a:lnTo>
                  <a:pt x="915314" y="1625600"/>
                </a:lnTo>
                <a:lnTo>
                  <a:pt x="926439" y="1587500"/>
                </a:lnTo>
                <a:lnTo>
                  <a:pt x="936117" y="1562100"/>
                </a:lnTo>
                <a:lnTo>
                  <a:pt x="940841" y="1549400"/>
                </a:lnTo>
                <a:lnTo>
                  <a:pt x="944753" y="1536700"/>
                </a:lnTo>
                <a:lnTo>
                  <a:pt x="948918" y="1511300"/>
                </a:lnTo>
                <a:lnTo>
                  <a:pt x="948804" y="1485900"/>
                </a:lnTo>
                <a:lnTo>
                  <a:pt x="946264" y="1460500"/>
                </a:lnTo>
                <a:lnTo>
                  <a:pt x="943203" y="1435100"/>
                </a:lnTo>
                <a:lnTo>
                  <a:pt x="942251" y="1409700"/>
                </a:lnTo>
                <a:lnTo>
                  <a:pt x="942454" y="1397000"/>
                </a:lnTo>
                <a:lnTo>
                  <a:pt x="944575" y="1384300"/>
                </a:lnTo>
                <a:lnTo>
                  <a:pt x="949388" y="1384300"/>
                </a:lnTo>
                <a:lnTo>
                  <a:pt x="959446" y="1371600"/>
                </a:lnTo>
                <a:lnTo>
                  <a:pt x="971892" y="1358900"/>
                </a:lnTo>
                <a:lnTo>
                  <a:pt x="984618" y="1346200"/>
                </a:lnTo>
                <a:lnTo>
                  <a:pt x="995489" y="1333500"/>
                </a:lnTo>
                <a:lnTo>
                  <a:pt x="1110640" y="1384300"/>
                </a:lnTo>
                <a:lnTo>
                  <a:pt x="1136319" y="1384300"/>
                </a:lnTo>
                <a:lnTo>
                  <a:pt x="1139291" y="1371600"/>
                </a:lnTo>
                <a:lnTo>
                  <a:pt x="1142098" y="1371600"/>
                </a:lnTo>
                <a:lnTo>
                  <a:pt x="1160043" y="1346200"/>
                </a:lnTo>
                <a:lnTo>
                  <a:pt x="1170330" y="1333500"/>
                </a:lnTo>
                <a:lnTo>
                  <a:pt x="1180617" y="1320800"/>
                </a:lnTo>
                <a:lnTo>
                  <a:pt x="1201712" y="1295400"/>
                </a:lnTo>
                <a:lnTo>
                  <a:pt x="1221206" y="1270000"/>
                </a:lnTo>
                <a:lnTo>
                  <a:pt x="1225372" y="1270000"/>
                </a:lnTo>
                <a:lnTo>
                  <a:pt x="1229474" y="1257300"/>
                </a:lnTo>
                <a:lnTo>
                  <a:pt x="1233614" y="1257300"/>
                </a:lnTo>
                <a:lnTo>
                  <a:pt x="1237907" y="1244600"/>
                </a:lnTo>
                <a:lnTo>
                  <a:pt x="1242009" y="1244600"/>
                </a:lnTo>
                <a:lnTo>
                  <a:pt x="1246276" y="1231900"/>
                </a:lnTo>
                <a:lnTo>
                  <a:pt x="1250645" y="1231900"/>
                </a:lnTo>
                <a:lnTo>
                  <a:pt x="1260170" y="1219200"/>
                </a:lnTo>
                <a:lnTo>
                  <a:pt x="1275549" y="1206500"/>
                </a:lnTo>
                <a:lnTo>
                  <a:pt x="1306499" y="1168400"/>
                </a:lnTo>
                <a:lnTo>
                  <a:pt x="1311567" y="1155700"/>
                </a:lnTo>
                <a:lnTo>
                  <a:pt x="1316837" y="1155700"/>
                </a:lnTo>
                <a:lnTo>
                  <a:pt x="1322463" y="1143000"/>
                </a:lnTo>
                <a:lnTo>
                  <a:pt x="1358023" y="1143000"/>
                </a:lnTo>
                <a:lnTo>
                  <a:pt x="1358023" y="289369"/>
                </a:lnTo>
                <a:lnTo>
                  <a:pt x="1335100" y="279400"/>
                </a:lnTo>
                <a:lnTo>
                  <a:pt x="1324457" y="279400"/>
                </a:lnTo>
                <a:lnTo>
                  <a:pt x="1324051" y="266700"/>
                </a:lnTo>
                <a:lnTo>
                  <a:pt x="1323822" y="266700"/>
                </a:lnTo>
                <a:lnTo>
                  <a:pt x="1323301" y="254000"/>
                </a:lnTo>
                <a:lnTo>
                  <a:pt x="1323187" y="241300"/>
                </a:lnTo>
                <a:lnTo>
                  <a:pt x="1323467" y="215900"/>
                </a:lnTo>
                <a:lnTo>
                  <a:pt x="1324343" y="203200"/>
                </a:lnTo>
                <a:lnTo>
                  <a:pt x="1324622" y="203200"/>
                </a:lnTo>
                <a:lnTo>
                  <a:pt x="1328178" y="190500"/>
                </a:lnTo>
                <a:lnTo>
                  <a:pt x="1334185" y="177800"/>
                </a:lnTo>
                <a:lnTo>
                  <a:pt x="1338694" y="177800"/>
                </a:lnTo>
                <a:lnTo>
                  <a:pt x="1343393" y="165100"/>
                </a:lnTo>
                <a:lnTo>
                  <a:pt x="1346415" y="165100"/>
                </a:lnTo>
                <a:lnTo>
                  <a:pt x="1347457" y="152400"/>
                </a:lnTo>
                <a:lnTo>
                  <a:pt x="1347508" y="139700"/>
                </a:lnTo>
                <a:lnTo>
                  <a:pt x="1345844" y="139700"/>
                </a:lnTo>
                <a:lnTo>
                  <a:pt x="1342301" y="127000"/>
                </a:lnTo>
                <a:lnTo>
                  <a:pt x="1336700" y="127000"/>
                </a:lnTo>
                <a:lnTo>
                  <a:pt x="1336027" y="114300"/>
                </a:lnTo>
                <a:lnTo>
                  <a:pt x="1335252" y="101600"/>
                </a:lnTo>
                <a:lnTo>
                  <a:pt x="1324876" y="50800"/>
                </a:lnTo>
                <a:lnTo>
                  <a:pt x="1294866" y="12700"/>
                </a:lnTo>
                <a:lnTo>
                  <a:pt x="1274635" y="0"/>
                </a:lnTo>
                <a:lnTo>
                  <a:pt x="1191831" y="0"/>
                </a:lnTo>
                <a:lnTo>
                  <a:pt x="1160310" y="12700"/>
                </a:lnTo>
                <a:lnTo>
                  <a:pt x="1154798" y="18529"/>
                </a:lnTo>
                <a:lnTo>
                  <a:pt x="1154798" y="850900"/>
                </a:lnTo>
                <a:lnTo>
                  <a:pt x="1152232" y="863600"/>
                </a:lnTo>
                <a:lnTo>
                  <a:pt x="1146429" y="876300"/>
                </a:lnTo>
                <a:lnTo>
                  <a:pt x="1143863" y="889000"/>
                </a:lnTo>
                <a:lnTo>
                  <a:pt x="1129055" y="889000"/>
                </a:lnTo>
                <a:lnTo>
                  <a:pt x="1072883" y="901700"/>
                </a:lnTo>
                <a:lnTo>
                  <a:pt x="1059192" y="901700"/>
                </a:lnTo>
                <a:lnTo>
                  <a:pt x="1056995" y="914400"/>
                </a:lnTo>
                <a:lnTo>
                  <a:pt x="1056360" y="927100"/>
                </a:lnTo>
                <a:lnTo>
                  <a:pt x="1055839" y="927100"/>
                </a:lnTo>
                <a:lnTo>
                  <a:pt x="1052296" y="939800"/>
                </a:lnTo>
                <a:lnTo>
                  <a:pt x="1045540" y="952500"/>
                </a:lnTo>
                <a:lnTo>
                  <a:pt x="1036751" y="965200"/>
                </a:lnTo>
                <a:lnTo>
                  <a:pt x="1027061" y="977900"/>
                </a:lnTo>
                <a:lnTo>
                  <a:pt x="1001090" y="1003300"/>
                </a:lnTo>
                <a:lnTo>
                  <a:pt x="967803" y="1041400"/>
                </a:lnTo>
                <a:lnTo>
                  <a:pt x="935621" y="1066800"/>
                </a:lnTo>
                <a:lnTo>
                  <a:pt x="906018" y="1104900"/>
                </a:lnTo>
                <a:lnTo>
                  <a:pt x="880465" y="1143000"/>
                </a:lnTo>
                <a:lnTo>
                  <a:pt x="860437" y="1193800"/>
                </a:lnTo>
                <a:lnTo>
                  <a:pt x="860856" y="1206500"/>
                </a:lnTo>
                <a:lnTo>
                  <a:pt x="858329" y="1219200"/>
                </a:lnTo>
                <a:lnTo>
                  <a:pt x="853719" y="1231900"/>
                </a:lnTo>
                <a:lnTo>
                  <a:pt x="847902" y="1231900"/>
                </a:lnTo>
                <a:lnTo>
                  <a:pt x="841514" y="1244600"/>
                </a:lnTo>
                <a:lnTo>
                  <a:pt x="824230" y="1282700"/>
                </a:lnTo>
                <a:lnTo>
                  <a:pt x="818286" y="1320800"/>
                </a:lnTo>
                <a:lnTo>
                  <a:pt x="817346" y="1333500"/>
                </a:lnTo>
                <a:lnTo>
                  <a:pt x="814781" y="1358900"/>
                </a:lnTo>
                <a:lnTo>
                  <a:pt x="812647" y="1371600"/>
                </a:lnTo>
                <a:lnTo>
                  <a:pt x="810056" y="1371600"/>
                </a:lnTo>
                <a:lnTo>
                  <a:pt x="807300" y="1384300"/>
                </a:lnTo>
                <a:lnTo>
                  <a:pt x="804722" y="1397000"/>
                </a:lnTo>
                <a:lnTo>
                  <a:pt x="800557" y="1409700"/>
                </a:lnTo>
                <a:lnTo>
                  <a:pt x="798220" y="1435100"/>
                </a:lnTo>
                <a:lnTo>
                  <a:pt x="797115" y="1447800"/>
                </a:lnTo>
                <a:lnTo>
                  <a:pt x="796658" y="1473200"/>
                </a:lnTo>
                <a:lnTo>
                  <a:pt x="797077" y="1498600"/>
                </a:lnTo>
                <a:lnTo>
                  <a:pt x="800493" y="1574800"/>
                </a:lnTo>
                <a:lnTo>
                  <a:pt x="800938" y="1600200"/>
                </a:lnTo>
                <a:lnTo>
                  <a:pt x="800823" y="1625600"/>
                </a:lnTo>
                <a:lnTo>
                  <a:pt x="751446" y="1600200"/>
                </a:lnTo>
                <a:lnTo>
                  <a:pt x="727862" y="1587500"/>
                </a:lnTo>
                <a:lnTo>
                  <a:pt x="704278" y="1574800"/>
                </a:lnTo>
                <a:lnTo>
                  <a:pt x="659396" y="1549400"/>
                </a:lnTo>
                <a:lnTo>
                  <a:pt x="616839" y="1511300"/>
                </a:lnTo>
                <a:lnTo>
                  <a:pt x="576656" y="1473200"/>
                </a:lnTo>
                <a:lnTo>
                  <a:pt x="589229" y="1422400"/>
                </a:lnTo>
                <a:lnTo>
                  <a:pt x="595680" y="1397000"/>
                </a:lnTo>
                <a:lnTo>
                  <a:pt x="602132" y="1371600"/>
                </a:lnTo>
                <a:lnTo>
                  <a:pt x="615391" y="1320800"/>
                </a:lnTo>
                <a:lnTo>
                  <a:pt x="628992" y="1270000"/>
                </a:lnTo>
                <a:lnTo>
                  <a:pt x="642962" y="1219200"/>
                </a:lnTo>
                <a:lnTo>
                  <a:pt x="657301" y="1181100"/>
                </a:lnTo>
                <a:lnTo>
                  <a:pt x="672033" y="1130300"/>
                </a:lnTo>
                <a:lnTo>
                  <a:pt x="687171" y="1079500"/>
                </a:lnTo>
                <a:lnTo>
                  <a:pt x="702716" y="1028700"/>
                </a:lnTo>
                <a:lnTo>
                  <a:pt x="718693" y="977900"/>
                </a:lnTo>
                <a:lnTo>
                  <a:pt x="735088" y="927100"/>
                </a:lnTo>
                <a:lnTo>
                  <a:pt x="751941" y="876300"/>
                </a:lnTo>
                <a:lnTo>
                  <a:pt x="769264" y="825500"/>
                </a:lnTo>
                <a:lnTo>
                  <a:pt x="787044" y="787400"/>
                </a:lnTo>
                <a:lnTo>
                  <a:pt x="805319" y="736600"/>
                </a:lnTo>
                <a:lnTo>
                  <a:pt x="824077" y="685800"/>
                </a:lnTo>
                <a:lnTo>
                  <a:pt x="843343" y="635000"/>
                </a:lnTo>
                <a:lnTo>
                  <a:pt x="863130" y="596900"/>
                </a:lnTo>
                <a:lnTo>
                  <a:pt x="883450" y="546100"/>
                </a:lnTo>
                <a:lnTo>
                  <a:pt x="905395" y="495300"/>
                </a:lnTo>
                <a:lnTo>
                  <a:pt x="908888" y="482600"/>
                </a:lnTo>
                <a:lnTo>
                  <a:pt x="913803" y="469900"/>
                </a:lnTo>
                <a:lnTo>
                  <a:pt x="914501" y="482600"/>
                </a:lnTo>
                <a:lnTo>
                  <a:pt x="917397" y="495300"/>
                </a:lnTo>
                <a:lnTo>
                  <a:pt x="922413" y="508000"/>
                </a:lnTo>
                <a:lnTo>
                  <a:pt x="929474" y="520700"/>
                </a:lnTo>
                <a:lnTo>
                  <a:pt x="920610" y="546100"/>
                </a:lnTo>
                <a:lnTo>
                  <a:pt x="916559" y="584200"/>
                </a:lnTo>
                <a:lnTo>
                  <a:pt x="913993" y="609600"/>
                </a:lnTo>
                <a:lnTo>
                  <a:pt x="909574" y="647700"/>
                </a:lnTo>
                <a:lnTo>
                  <a:pt x="906221" y="660400"/>
                </a:lnTo>
                <a:lnTo>
                  <a:pt x="902995" y="673100"/>
                </a:lnTo>
                <a:lnTo>
                  <a:pt x="901242" y="685800"/>
                </a:lnTo>
                <a:lnTo>
                  <a:pt x="902309" y="698500"/>
                </a:lnTo>
                <a:lnTo>
                  <a:pt x="904125" y="711200"/>
                </a:lnTo>
                <a:lnTo>
                  <a:pt x="909421" y="711200"/>
                </a:lnTo>
                <a:lnTo>
                  <a:pt x="912368" y="723900"/>
                </a:lnTo>
                <a:lnTo>
                  <a:pt x="927620" y="762000"/>
                </a:lnTo>
                <a:lnTo>
                  <a:pt x="933589" y="787400"/>
                </a:lnTo>
                <a:lnTo>
                  <a:pt x="935431" y="787400"/>
                </a:lnTo>
                <a:lnTo>
                  <a:pt x="939888" y="800100"/>
                </a:lnTo>
                <a:lnTo>
                  <a:pt x="946543" y="800100"/>
                </a:lnTo>
                <a:lnTo>
                  <a:pt x="954862" y="812800"/>
                </a:lnTo>
                <a:lnTo>
                  <a:pt x="964222" y="812800"/>
                </a:lnTo>
                <a:lnTo>
                  <a:pt x="974039" y="825500"/>
                </a:lnTo>
                <a:lnTo>
                  <a:pt x="991946" y="825500"/>
                </a:lnTo>
                <a:lnTo>
                  <a:pt x="1001395" y="812800"/>
                </a:lnTo>
                <a:lnTo>
                  <a:pt x="1009789" y="812800"/>
                </a:lnTo>
                <a:lnTo>
                  <a:pt x="1017092" y="800100"/>
                </a:lnTo>
                <a:lnTo>
                  <a:pt x="1023226" y="800100"/>
                </a:lnTo>
                <a:lnTo>
                  <a:pt x="1028242" y="787400"/>
                </a:lnTo>
                <a:lnTo>
                  <a:pt x="1032370" y="774700"/>
                </a:lnTo>
                <a:lnTo>
                  <a:pt x="1035850" y="762000"/>
                </a:lnTo>
                <a:lnTo>
                  <a:pt x="1038898" y="762000"/>
                </a:lnTo>
                <a:lnTo>
                  <a:pt x="1046035" y="723900"/>
                </a:lnTo>
                <a:lnTo>
                  <a:pt x="1051814" y="698500"/>
                </a:lnTo>
                <a:lnTo>
                  <a:pt x="1056119" y="673100"/>
                </a:lnTo>
                <a:lnTo>
                  <a:pt x="1058811" y="647700"/>
                </a:lnTo>
                <a:lnTo>
                  <a:pt x="1056347" y="647700"/>
                </a:lnTo>
                <a:lnTo>
                  <a:pt x="1056297" y="635000"/>
                </a:lnTo>
                <a:lnTo>
                  <a:pt x="1061897" y="635000"/>
                </a:lnTo>
                <a:lnTo>
                  <a:pt x="1064069" y="647700"/>
                </a:lnTo>
                <a:lnTo>
                  <a:pt x="1086764" y="673100"/>
                </a:lnTo>
                <a:lnTo>
                  <a:pt x="1105522" y="698500"/>
                </a:lnTo>
                <a:lnTo>
                  <a:pt x="1119492" y="723900"/>
                </a:lnTo>
                <a:lnTo>
                  <a:pt x="1126020" y="762000"/>
                </a:lnTo>
                <a:lnTo>
                  <a:pt x="1126299" y="762000"/>
                </a:lnTo>
                <a:lnTo>
                  <a:pt x="1126528" y="774700"/>
                </a:lnTo>
                <a:lnTo>
                  <a:pt x="1127264" y="774700"/>
                </a:lnTo>
                <a:lnTo>
                  <a:pt x="1129055" y="787400"/>
                </a:lnTo>
                <a:lnTo>
                  <a:pt x="1131951" y="800100"/>
                </a:lnTo>
                <a:lnTo>
                  <a:pt x="1135519" y="800100"/>
                </a:lnTo>
                <a:lnTo>
                  <a:pt x="1139177" y="812800"/>
                </a:lnTo>
                <a:lnTo>
                  <a:pt x="1142326" y="812800"/>
                </a:lnTo>
                <a:lnTo>
                  <a:pt x="1145400" y="825500"/>
                </a:lnTo>
                <a:lnTo>
                  <a:pt x="1147445" y="838200"/>
                </a:lnTo>
                <a:lnTo>
                  <a:pt x="1150048" y="850900"/>
                </a:lnTo>
                <a:lnTo>
                  <a:pt x="1154798" y="850900"/>
                </a:lnTo>
                <a:lnTo>
                  <a:pt x="1154798" y="18529"/>
                </a:lnTo>
                <a:lnTo>
                  <a:pt x="1136243" y="38100"/>
                </a:lnTo>
                <a:lnTo>
                  <a:pt x="1123213" y="76200"/>
                </a:lnTo>
                <a:lnTo>
                  <a:pt x="1121918" y="88900"/>
                </a:lnTo>
                <a:lnTo>
                  <a:pt x="1121384" y="88900"/>
                </a:lnTo>
                <a:lnTo>
                  <a:pt x="1121346" y="101600"/>
                </a:lnTo>
                <a:lnTo>
                  <a:pt x="1122286" y="139700"/>
                </a:lnTo>
                <a:lnTo>
                  <a:pt x="1123048" y="177800"/>
                </a:lnTo>
                <a:lnTo>
                  <a:pt x="1123391" y="190500"/>
                </a:lnTo>
                <a:lnTo>
                  <a:pt x="1124051" y="203200"/>
                </a:lnTo>
                <a:lnTo>
                  <a:pt x="1125347" y="215900"/>
                </a:lnTo>
                <a:lnTo>
                  <a:pt x="1127620" y="215900"/>
                </a:lnTo>
                <a:lnTo>
                  <a:pt x="1134262" y="241300"/>
                </a:lnTo>
                <a:lnTo>
                  <a:pt x="1142326" y="254000"/>
                </a:lnTo>
                <a:lnTo>
                  <a:pt x="1149184" y="279400"/>
                </a:lnTo>
                <a:lnTo>
                  <a:pt x="1152220" y="292100"/>
                </a:lnTo>
                <a:lnTo>
                  <a:pt x="1152105" y="304800"/>
                </a:lnTo>
                <a:lnTo>
                  <a:pt x="1144155" y="304800"/>
                </a:lnTo>
                <a:lnTo>
                  <a:pt x="1024204" y="368300"/>
                </a:lnTo>
                <a:lnTo>
                  <a:pt x="1016749" y="381000"/>
                </a:lnTo>
                <a:lnTo>
                  <a:pt x="991946" y="381000"/>
                </a:lnTo>
                <a:lnTo>
                  <a:pt x="990155" y="368300"/>
                </a:lnTo>
                <a:lnTo>
                  <a:pt x="988021" y="355600"/>
                </a:lnTo>
                <a:lnTo>
                  <a:pt x="985532" y="342900"/>
                </a:lnTo>
                <a:lnTo>
                  <a:pt x="982103" y="342900"/>
                </a:lnTo>
                <a:lnTo>
                  <a:pt x="978103" y="330200"/>
                </a:lnTo>
                <a:lnTo>
                  <a:pt x="959675" y="330200"/>
                </a:lnTo>
                <a:lnTo>
                  <a:pt x="959167" y="342900"/>
                </a:lnTo>
                <a:lnTo>
                  <a:pt x="958367" y="342900"/>
                </a:lnTo>
                <a:lnTo>
                  <a:pt x="941984" y="355600"/>
                </a:lnTo>
                <a:lnTo>
                  <a:pt x="926096" y="355600"/>
                </a:lnTo>
                <a:lnTo>
                  <a:pt x="911288" y="368300"/>
                </a:lnTo>
                <a:lnTo>
                  <a:pt x="898131" y="381000"/>
                </a:lnTo>
                <a:lnTo>
                  <a:pt x="866190" y="406400"/>
                </a:lnTo>
                <a:lnTo>
                  <a:pt x="840346" y="457200"/>
                </a:lnTo>
                <a:lnTo>
                  <a:pt x="818489" y="495300"/>
                </a:lnTo>
                <a:lnTo>
                  <a:pt x="798487" y="546100"/>
                </a:lnTo>
                <a:lnTo>
                  <a:pt x="777367" y="584200"/>
                </a:lnTo>
                <a:lnTo>
                  <a:pt x="756513" y="635000"/>
                </a:lnTo>
                <a:lnTo>
                  <a:pt x="736092" y="685800"/>
                </a:lnTo>
                <a:lnTo>
                  <a:pt x="716229" y="736600"/>
                </a:lnTo>
                <a:lnTo>
                  <a:pt x="698411" y="774700"/>
                </a:lnTo>
                <a:lnTo>
                  <a:pt x="681037" y="825500"/>
                </a:lnTo>
                <a:lnTo>
                  <a:pt x="664108" y="863600"/>
                </a:lnTo>
                <a:lnTo>
                  <a:pt x="647623" y="914400"/>
                </a:lnTo>
                <a:lnTo>
                  <a:pt x="631596" y="952500"/>
                </a:lnTo>
                <a:lnTo>
                  <a:pt x="616013" y="1003300"/>
                </a:lnTo>
                <a:lnTo>
                  <a:pt x="600900" y="1041400"/>
                </a:lnTo>
                <a:lnTo>
                  <a:pt x="586232" y="1092200"/>
                </a:lnTo>
                <a:lnTo>
                  <a:pt x="572020" y="1143000"/>
                </a:lnTo>
                <a:lnTo>
                  <a:pt x="556704" y="1193800"/>
                </a:lnTo>
                <a:lnTo>
                  <a:pt x="541959" y="1244600"/>
                </a:lnTo>
                <a:lnTo>
                  <a:pt x="527812" y="1295400"/>
                </a:lnTo>
                <a:lnTo>
                  <a:pt x="514248" y="1346200"/>
                </a:lnTo>
                <a:lnTo>
                  <a:pt x="501256" y="1397000"/>
                </a:lnTo>
                <a:lnTo>
                  <a:pt x="471576" y="1358900"/>
                </a:lnTo>
                <a:lnTo>
                  <a:pt x="441998" y="1333500"/>
                </a:lnTo>
                <a:lnTo>
                  <a:pt x="412089" y="1295400"/>
                </a:lnTo>
                <a:lnTo>
                  <a:pt x="381368" y="1270000"/>
                </a:lnTo>
                <a:lnTo>
                  <a:pt x="346087" y="1231900"/>
                </a:lnTo>
                <a:lnTo>
                  <a:pt x="309651" y="1206500"/>
                </a:lnTo>
                <a:lnTo>
                  <a:pt x="271945" y="1181100"/>
                </a:lnTo>
                <a:lnTo>
                  <a:pt x="232905" y="1155700"/>
                </a:lnTo>
                <a:lnTo>
                  <a:pt x="192405" y="1130300"/>
                </a:lnTo>
                <a:lnTo>
                  <a:pt x="150355" y="1104900"/>
                </a:lnTo>
                <a:lnTo>
                  <a:pt x="106680" y="1092200"/>
                </a:lnTo>
                <a:lnTo>
                  <a:pt x="61264" y="1066800"/>
                </a:lnTo>
                <a:lnTo>
                  <a:pt x="25971" y="1066800"/>
                </a:lnTo>
                <a:lnTo>
                  <a:pt x="23012" y="1079500"/>
                </a:lnTo>
                <a:lnTo>
                  <a:pt x="20002" y="1092200"/>
                </a:lnTo>
                <a:lnTo>
                  <a:pt x="16827" y="1117600"/>
                </a:lnTo>
                <a:lnTo>
                  <a:pt x="13385" y="1130300"/>
                </a:lnTo>
                <a:lnTo>
                  <a:pt x="6654" y="1168400"/>
                </a:lnTo>
                <a:lnTo>
                  <a:pt x="0" y="1193800"/>
                </a:lnTo>
                <a:lnTo>
                  <a:pt x="5029" y="1193800"/>
                </a:lnTo>
                <a:lnTo>
                  <a:pt x="74155" y="1219200"/>
                </a:lnTo>
                <a:lnTo>
                  <a:pt x="107518" y="1244600"/>
                </a:lnTo>
                <a:lnTo>
                  <a:pt x="140322" y="1257300"/>
                </a:lnTo>
                <a:lnTo>
                  <a:pt x="186258" y="1282700"/>
                </a:lnTo>
                <a:lnTo>
                  <a:pt x="230593" y="1308100"/>
                </a:lnTo>
                <a:lnTo>
                  <a:pt x="273532" y="1346200"/>
                </a:lnTo>
                <a:lnTo>
                  <a:pt x="315277" y="1371600"/>
                </a:lnTo>
                <a:lnTo>
                  <a:pt x="356031" y="1409700"/>
                </a:lnTo>
                <a:lnTo>
                  <a:pt x="395986" y="1447800"/>
                </a:lnTo>
                <a:lnTo>
                  <a:pt x="435343" y="1473200"/>
                </a:lnTo>
                <a:lnTo>
                  <a:pt x="474319" y="1511300"/>
                </a:lnTo>
                <a:lnTo>
                  <a:pt x="466191" y="1549400"/>
                </a:lnTo>
                <a:lnTo>
                  <a:pt x="458368" y="1587500"/>
                </a:lnTo>
                <a:lnTo>
                  <a:pt x="450850" y="1625600"/>
                </a:lnTo>
                <a:lnTo>
                  <a:pt x="443661" y="1663700"/>
                </a:lnTo>
                <a:lnTo>
                  <a:pt x="437261" y="1701800"/>
                </a:lnTo>
                <a:lnTo>
                  <a:pt x="435190" y="1714500"/>
                </a:lnTo>
                <a:lnTo>
                  <a:pt x="426034" y="1752600"/>
                </a:lnTo>
                <a:lnTo>
                  <a:pt x="415112" y="1803400"/>
                </a:lnTo>
                <a:lnTo>
                  <a:pt x="403186" y="1854200"/>
                </a:lnTo>
                <a:lnTo>
                  <a:pt x="391033" y="1892300"/>
                </a:lnTo>
                <a:lnTo>
                  <a:pt x="377837" y="1943100"/>
                </a:lnTo>
                <a:lnTo>
                  <a:pt x="363423" y="1993900"/>
                </a:lnTo>
                <a:lnTo>
                  <a:pt x="347383" y="2032000"/>
                </a:lnTo>
                <a:lnTo>
                  <a:pt x="329323" y="2082800"/>
                </a:lnTo>
                <a:lnTo>
                  <a:pt x="308825" y="2133600"/>
                </a:lnTo>
                <a:lnTo>
                  <a:pt x="285496" y="2171700"/>
                </a:lnTo>
                <a:lnTo>
                  <a:pt x="256336" y="2222500"/>
                </a:lnTo>
                <a:lnTo>
                  <a:pt x="223075" y="2260600"/>
                </a:lnTo>
                <a:lnTo>
                  <a:pt x="185762" y="2298700"/>
                </a:lnTo>
                <a:lnTo>
                  <a:pt x="144462" y="2336800"/>
                </a:lnTo>
                <a:lnTo>
                  <a:pt x="99250" y="2362200"/>
                </a:lnTo>
                <a:lnTo>
                  <a:pt x="110921" y="2387600"/>
                </a:lnTo>
                <a:lnTo>
                  <a:pt x="122974" y="2413000"/>
                </a:lnTo>
                <a:lnTo>
                  <a:pt x="135318" y="2438400"/>
                </a:lnTo>
                <a:lnTo>
                  <a:pt x="147866" y="2451100"/>
                </a:lnTo>
                <a:lnTo>
                  <a:pt x="189280" y="2438400"/>
                </a:lnTo>
                <a:lnTo>
                  <a:pt x="227164" y="2400300"/>
                </a:lnTo>
                <a:lnTo>
                  <a:pt x="261734" y="2374900"/>
                </a:lnTo>
                <a:lnTo>
                  <a:pt x="293192" y="2336800"/>
                </a:lnTo>
                <a:lnTo>
                  <a:pt x="321729" y="2298700"/>
                </a:lnTo>
                <a:lnTo>
                  <a:pt x="347560" y="2260600"/>
                </a:lnTo>
                <a:lnTo>
                  <a:pt x="370890" y="2222500"/>
                </a:lnTo>
                <a:lnTo>
                  <a:pt x="391909" y="2184400"/>
                </a:lnTo>
                <a:lnTo>
                  <a:pt x="410845" y="2133600"/>
                </a:lnTo>
                <a:lnTo>
                  <a:pt x="427863" y="2082800"/>
                </a:lnTo>
                <a:lnTo>
                  <a:pt x="443204" y="2032000"/>
                </a:lnTo>
                <a:lnTo>
                  <a:pt x="457047" y="1993900"/>
                </a:lnTo>
                <a:lnTo>
                  <a:pt x="469595" y="1943100"/>
                </a:lnTo>
                <a:lnTo>
                  <a:pt x="481063" y="1892300"/>
                </a:lnTo>
                <a:lnTo>
                  <a:pt x="491655" y="1841500"/>
                </a:lnTo>
                <a:lnTo>
                  <a:pt x="501561" y="1803400"/>
                </a:lnTo>
                <a:lnTo>
                  <a:pt x="510984" y="1752600"/>
                </a:lnTo>
                <a:lnTo>
                  <a:pt x="520141" y="1714500"/>
                </a:lnTo>
                <a:lnTo>
                  <a:pt x="527494" y="1676400"/>
                </a:lnTo>
                <a:lnTo>
                  <a:pt x="534987" y="1651000"/>
                </a:lnTo>
                <a:lnTo>
                  <a:pt x="542594" y="1612900"/>
                </a:lnTo>
                <a:lnTo>
                  <a:pt x="550341" y="1587500"/>
                </a:lnTo>
                <a:lnTo>
                  <a:pt x="587921" y="1612900"/>
                </a:lnTo>
                <a:lnTo>
                  <a:pt x="627824" y="1638300"/>
                </a:lnTo>
                <a:lnTo>
                  <a:pt x="669823" y="1676400"/>
                </a:lnTo>
                <a:lnTo>
                  <a:pt x="713701" y="1701800"/>
                </a:lnTo>
                <a:lnTo>
                  <a:pt x="806208" y="1727200"/>
                </a:lnTo>
                <a:lnTo>
                  <a:pt x="808482" y="1765300"/>
                </a:lnTo>
                <a:lnTo>
                  <a:pt x="810806" y="1790700"/>
                </a:lnTo>
                <a:lnTo>
                  <a:pt x="813054" y="1816100"/>
                </a:lnTo>
                <a:lnTo>
                  <a:pt x="815009" y="1841500"/>
                </a:lnTo>
                <a:lnTo>
                  <a:pt x="809637" y="1828800"/>
                </a:lnTo>
                <a:lnTo>
                  <a:pt x="805688" y="1828800"/>
                </a:lnTo>
                <a:lnTo>
                  <a:pt x="801687" y="1841500"/>
                </a:lnTo>
                <a:lnTo>
                  <a:pt x="796772" y="1841500"/>
                </a:lnTo>
                <a:lnTo>
                  <a:pt x="786892" y="1854200"/>
                </a:lnTo>
                <a:lnTo>
                  <a:pt x="776833" y="1879600"/>
                </a:lnTo>
                <a:lnTo>
                  <a:pt x="765568" y="1892300"/>
                </a:lnTo>
                <a:lnTo>
                  <a:pt x="752094" y="1905000"/>
                </a:lnTo>
                <a:lnTo>
                  <a:pt x="744042" y="1905000"/>
                </a:lnTo>
                <a:lnTo>
                  <a:pt x="735558" y="1917700"/>
                </a:lnTo>
                <a:lnTo>
                  <a:pt x="718172" y="1917700"/>
                </a:lnTo>
                <a:lnTo>
                  <a:pt x="702983" y="1930400"/>
                </a:lnTo>
                <a:lnTo>
                  <a:pt x="688276" y="1943100"/>
                </a:lnTo>
                <a:lnTo>
                  <a:pt x="673900" y="1943100"/>
                </a:lnTo>
                <a:lnTo>
                  <a:pt x="659714" y="1955800"/>
                </a:lnTo>
                <a:lnTo>
                  <a:pt x="653846" y="1955800"/>
                </a:lnTo>
                <a:lnTo>
                  <a:pt x="648169" y="1968500"/>
                </a:lnTo>
                <a:lnTo>
                  <a:pt x="642924" y="1968500"/>
                </a:lnTo>
                <a:lnTo>
                  <a:pt x="638378" y="1981200"/>
                </a:lnTo>
                <a:lnTo>
                  <a:pt x="634809" y="1981200"/>
                </a:lnTo>
                <a:lnTo>
                  <a:pt x="632650" y="1993900"/>
                </a:lnTo>
                <a:lnTo>
                  <a:pt x="632256" y="1993900"/>
                </a:lnTo>
                <a:lnTo>
                  <a:pt x="633971" y="2006600"/>
                </a:lnTo>
                <a:lnTo>
                  <a:pt x="638810" y="2006600"/>
                </a:lnTo>
                <a:lnTo>
                  <a:pt x="645756" y="2019300"/>
                </a:lnTo>
                <a:lnTo>
                  <a:pt x="707161" y="2019300"/>
                </a:lnTo>
                <a:lnTo>
                  <a:pt x="839495" y="1981200"/>
                </a:lnTo>
                <a:lnTo>
                  <a:pt x="907122" y="1981200"/>
                </a:lnTo>
                <a:lnTo>
                  <a:pt x="929246" y="1968500"/>
                </a:lnTo>
                <a:lnTo>
                  <a:pt x="939253" y="1968500"/>
                </a:lnTo>
                <a:lnTo>
                  <a:pt x="939825" y="1955800"/>
                </a:lnTo>
                <a:lnTo>
                  <a:pt x="940054" y="1955800"/>
                </a:lnTo>
                <a:lnTo>
                  <a:pt x="939190" y="1930400"/>
                </a:lnTo>
                <a:lnTo>
                  <a:pt x="933005" y="1905000"/>
                </a:lnTo>
                <a:lnTo>
                  <a:pt x="921804" y="1879600"/>
                </a:lnTo>
                <a:lnTo>
                  <a:pt x="905903" y="1854200"/>
                </a:lnTo>
                <a:lnTo>
                  <a:pt x="902931" y="1841500"/>
                </a:lnTo>
                <a:lnTo>
                  <a:pt x="897839" y="1841500"/>
                </a:lnTo>
                <a:lnTo>
                  <a:pt x="895616" y="1828800"/>
                </a:lnTo>
                <a:lnTo>
                  <a:pt x="894753" y="1828800"/>
                </a:lnTo>
                <a:lnTo>
                  <a:pt x="893902" y="1803400"/>
                </a:lnTo>
                <a:lnTo>
                  <a:pt x="893876" y="1790700"/>
                </a:lnTo>
                <a:lnTo>
                  <a:pt x="894588" y="1765300"/>
                </a:lnTo>
                <a:lnTo>
                  <a:pt x="895959" y="1752600"/>
                </a:lnTo>
                <a:lnTo>
                  <a:pt x="966609" y="1752600"/>
                </a:lnTo>
                <a:lnTo>
                  <a:pt x="1013879" y="1739900"/>
                </a:lnTo>
                <a:lnTo>
                  <a:pt x="1057554" y="1727200"/>
                </a:lnTo>
                <a:lnTo>
                  <a:pt x="1097851" y="1701800"/>
                </a:lnTo>
                <a:lnTo>
                  <a:pt x="1134999" y="1676400"/>
                </a:lnTo>
                <a:lnTo>
                  <a:pt x="1169225" y="1651000"/>
                </a:lnTo>
                <a:lnTo>
                  <a:pt x="1200759" y="1612900"/>
                </a:lnTo>
                <a:lnTo>
                  <a:pt x="1229829" y="1587500"/>
                </a:lnTo>
                <a:lnTo>
                  <a:pt x="1256652" y="1549400"/>
                </a:lnTo>
                <a:lnTo>
                  <a:pt x="1281455" y="1498600"/>
                </a:lnTo>
                <a:lnTo>
                  <a:pt x="1304467" y="1460500"/>
                </a:lnTo>
                <a:lnTo>
                  <a:pt x="1325918" y="1422400"/>
                </a:lnTo>
                <a:lnTo>
                  <a:pt x="1346022" y="1371600"/>
                </a:lnTo>
                <a:lnTo>
                  <a:pt x="1348193" y="1384300"/>
                </a:lnTo>
                <a:lnTo>
                  <a:pt x="1358493" y="1384300"/>
                </a:lnTo>
                <a:lnTo>
                  <a:pt x="1360119" y="1371600"/>
                </a:lnTo>
                <a:lnTo>
                  <a:pt x="1366215" y="1358900"/>
                </a:lnTo>
                <a:lnTo>
                  <a:pt x="1375092" y="1358900"/>
                </a:lnTo>
                <a:lnTo>
                  <a:pt x="1385087" y="1346200"/>
                </a:lnTo>
                <a:lnTo>
                  <a:pt x="1391158" y="1346200"/>
                </a:lnTo>
                <a:lnTo>
                  <a:pt x="1399654" y="1333500"/>
                </a:lnTo>
                <a:lnTo>
                  <a:pt x="1407337" y="1333500"/>
                </a:lnTo>
                <a:lnTo>
                  <a:pt x="1413014" y="1320800"/>
                </a:lnTo>
                <a:lnTo>
                  <a:pt x="1415465" y="1308100"/>
                </a:lnTo>
                <a:lnTo>
                  <a:pt x="1413751" y="1295400"/>
                </a:lnTo>
                <a:lnTo>
                  <a:pt x="1409382" y="1282700"/>
                </a:lnTo>
                <a:lnTo>
                  <a:pt x="1404937" y="1282700"/>
                </a:lnTo>
                <a:lnTo>
                  <a:pt x="1402994" y="1270000"/>
                </a:lnTo>
                <a:lnTo>
                  <a:pt x="1403057" y="1257300"/>
                </a:lnTo>
                <a:lnTo>
                  <a:pt x="1404937" y="1257300"/>
                </a:lnTo>
                <a:lnTo>
                  <a:pt x="1402130" y="1244600"/>
                </a:lnTo>
                <a:lnTo>
                  <a:pt x="1397787" y="1244600"/>
                </a:lnTo>
                <a:lnTo>
                  <a:pt x="1395526" y="1231900"/>
                </a:lnTo>
                <a:lnTo>
                  <a:pt x="1397139" y="1219200"/>
                </a:lnTo>
                <a:lnTo>
                  <a:pt x="1401318" y="1219200"/>
                </a:lnTo>
                <a:lnTo>
                  <a:pt x="1406715" y="1206500"/>
                </a:lnTo>
                <a:lnTo>
                  <a:pt x="1419606" y="1231900"/>
                </a:lnTo>
                <a:lnTo>
                  <a:pt x="1431671" y="1257300"/>
                </a:lnTo>
                <a:lnTo>
                  <a:pt x="1442402" y="1270000"/>
                </a:lnTo>
                <a:lnTo>
                  <a:pt x="1451267" y="1295400"/>
                </a:lnTo>
                <a:lnTo>
                  <a:pt x="1455407" y="1308100"/>
                </a:lnTo>
                <a:lnTo>
                  <a:pt x="1460449" y="1320800"/>
                </a:lnTo>
                <a:lnTo>
                  <a:pt x="1467269" y="1333500"/>
                </a:lnTo>
                <a:lnTo>
                  <a:pt x="1476781" y="1346200"/>
                </a:lnTo>
                <a:lnTo>
                  <a:pt x="1486547" y="1346200"/>
                </a:lnTo>
                <a:lnTo>
                  <a:pt x="1497266" y="1358900"/>
                </a:lnTo>
                <a:lnTo>
                  <a:pt x="1519682" y="1358900"/>
                </a:lnTo>
                <a:lnTo>
                  <a:pt x="1531353" y="1346200"/>
                </a:lnTo>
                <a:lnTo>
                  <a:pt x="1569110" y="1346200"/>
                </a:lnTo>
                <a:lnTo>
                  <a:pt x="1581404" y="1371600"/>
                </a:lnTo>
                <a:lnTo>
                  <a:pt x="1588490" y="1397000"/>
                </a:lnTo>
                <a:lnTo>
                  <a:pt x="1593138" y="1422400"/>
                </a:lnTo>
                <a:lnTo>
                  <a:pt x="1598168" y="1447800"/>
                </a:lnTo>
                <a:lnTo>
                  <a:pt x="1609775" y="1485900"/>
                </a:lnTo>
                <a:lnTo>
                  <a:pt x="1655711" y="1612900"/>
                </a:lnTo>
                <a:lnTo>
                  <a:pt x="1672844" y="1651000"/>
                </a:lnTo>
                <a:lnTo>
                  <a:pt x="1690065" y="1701800"/>
                </a:lnTo>
                <a:lnTo>
                  <a:pt x="1705330" y="1752600"/>
                </a:lnTo>
                <a:lnTo>
                  <a:pt x="1716595" y="1790700"/>
                </a:lnTo>
                <a:lnTo>
                  <a:pt x="1721954" y="1841500"/>
                </a:lnTo>
                <a:lnTo>
                  <a:pt x="1720062" y="1854200"/>
                </a:lnTo>
                <a:lnTo>
                  <a:pt x="1718462" y="1854200"/>
                </a:lnTo>
                <a:lnTo>
                  <a:pt x="1712480" y="1866900"/>
                </a:lnTo>
                <a:lnTo>
                  <a:pt x="1707591" y="1879600"/>
                </a:lnTo>
                <a:lnTo>
                  <a:pt x="1704987" y="1892300"/>
                </a:lnTo>
                <a:lnTo>
                  <a:pt x="1705825" y="1905000"/>
                </a:lnTo>
                <a:lnTo>
                  <a:pt x="1708556" y="1917700"/>
                </a:lnTo>
                <a:lnTo>
                  <a:pt x="1712175" y="1917700"/>
                </a:lnTo>
                <a:lnTo>
                  <a:pt x="1715528" y="1930400"/>
                </a:lnTo>
                <a:lnTo>
                  <a:pt x="1717497" y="1943100"/>
                </a:lnTo>
                <a:lnTo>
                  <a:pt x="1718233" y="1955800"/>
                </a:lnTo>
                <a:lnTo>
                  <a:pt x="1716290" y="1955800"/>
                </a:lnTo>
                <a:lnTo>
                  <a:pt x="1716176" y="1968500"/>
                </a:lnTo>
                <a:lnTo>
                  <a:pt x="1715998" y="1968500"/>
                </a:lnTo>
                <a:lnTo>
                  <a:pt x="1718348" y="1981200"/>
                </a:lnTo>
                <a:lnTo>
                  <a:pt x="1725104" y="1981200"/>
                </a:lnTo>
                <a:lnTo>
                  <a:pt x="1728190" y="1993900"/>
                </a:lnTo>
                <a:lnTo>
                  <a:pt x="1737969" y="1993900"/>
                </a:lnTo>
                <a:lnTo>
                  <a:pt x="1735048" y="2006600"/>
                </a:lnTo>
                <a:lnTo>
                  <a:pt x="1735848" y="2006600"/>
                </a:lnTo>
                <a:lnTo>
                  <a:pt x="1738452" y="2019300"/>
                </a:lnTo>
                <a:lnTo>
                  <a:pt x="1750275" y="2019300"/>
                </a:lnTo>
                <a:lnTo>
                  <a:pt x="1757476" y="2032000"/>
                </a:lnTo>
                <a:lnTo>
                  <a:pt x="1824837" y="2032000"/>
                </a:lnTo>
                <a:lnTo>
                  <a:pt x="1846935" y="2019300"/>
                </a:lnTo>
                <a:lnTo>
                  <a:pt x="1867077" y="2019300"/>
                </a:lnTo>
                <a:lnTo>
                  <a:pt x="1872742" y="2006600"/>
                </a:lnTo>
                <a:lnTo>
                  <a:pt x="1878749" y="2006600"/>
                </a:lnTo>
                <a:lnTo>
                  <a:pt x="1882533" y="1993900"/>
                </a:lnTo>
                <a:lnTo>
                  <a:pt x="1884108" y="1981200"/>
                </a:lnTo>
                <a:close/>
              </a:path>
            </a:pathLst>
          </a:custGeom>
          <a:solidFill>
            <a:srgbClr val="FFDE58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0" y="-1"/>
            <a:ext cx="1660525" cy="1905000"/>
            <a:chOff x="0" y="-1"/>
            <a:chExt cx="1660525" cy="1905000"/>
          </a:xfrm>
        </p:grpSpPr>
        <p:sp>
          <p:nvSpPr>
            <p:cNvPr id="4" name="object 4"/>
            <p:cNvSpPr/>
            <p:nvPr/>
          </p:nvSpPr>
          <p:spPr>
            <a:xfrm>
              <a:off x="422487" y="-1"/>
              <a:ext cx="1238250" cy="1047750"/>
            </a:xfrm>
            <a:custGeom>
              <a:avLst/>
              <a:gdLst/>
              <a:ahLst/>
              <a:cxnLst/>
              <a:rect l="l" t="t" r="r" b="b"/>
              <a:pathLst>
                <a:path w="1238250" h="1047750">
                  <a:moveTo>
                    <a:pt x="1237805" y="0"/>
                  </a:moveTo>
                  <a:lnTo>
                    <a:pt x="840970" y="878756"/>
                  </a:lnTo>
                  <a:lnTo>
                    <a:pt x="395020" y="1047588"/>
                  </a:lnTo>
                  <a:lnTo>
                    <a:pt x="0" y="0"/>
                  </a:lnTo>
                  <a:lnTo>
                    <a:pt x="1237805" y="0"/>
                  </a:lnTo>
                  <a:close/>
                </a:path>
              </a:pathLst>
            </a:custGeom>
            <a:solidFill>
              <a:srgbClr val="FFDE5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94294" y="982198"/>
              <a:ext cx="791845" cy="793115"/>
            </a:xfrm>
            <a:custGeom>
              <a:avLst/>
              <a:gdLst/>
              <a:ahLst/>
              <a:cxnLst/>
              <a:rect l="l" t="t" r="r" b="b"/>
              <a:pathLst>
                <a:path w="791844" h="793114">
                  <a:moveTo>
                    <a:pt x="574735" y="0"/>
                  </a:moveTo>
                  <a:lnTo>
                    <a:pt x="791662" y="575379"/>
                  </a:lnTo>
                  <a:lnTo>
                    <a:pt x="216738" y="792754"/>
                  </a:lnTo>
                  <a:lnTo>
                    <a:pt x="0" y="217875"/>
                  </a:lnTo>
                  <a:lnTo>
                    <a:pt x="574735" y="0"/>
                  </a:lnTo>
                  <a:close/>
                </a:path>
              </a:pathLst>
            </a:custGeom>
            <a:solidFill>
              <a:srgbClr val="FFDE58">
                <a:alpha val="7175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59580" y="340175"/>
              <a:ext cx="1140460" cy="1564640"/>
            </a:xfrm>
            <a:custGeom>
              <a:avLst/>
              <a:gdLst/>
              <a:ahLst/>
              <a:cxnLst/>
              <a:rect l="l" t="t" r="r" b="b"/>
              <a:pathLst>
                <a:path w="1140460" h="1564639">
                  <a:moveTo>
                    <a:pt x="1134644" y="0"/>
                  </a:moveTo>
                  <a:lnTo>
                    <a:pt x="1140308" y="15022"/>
                  </a:lnTo>
                  <a:lnTo>
                    <a:pt x="443172" y="1558771"/>
                  </a:lnTo>
                  <a:lnTo>
                    <a:pt x="428157" y="1564455"/>
                  </a:lnTo>
                  <a:lnTo>
                    <a:pt x="0" y="429565"/>
                  </a:lnTo>
                  <a:lnTo>
                    <a:pt x="1134644" y="0"/>
                  </a:lnTo>
                  <a:close/>
                </a:path>
              </a:pathLst>
            </a:custGeom>
            <a:solidFill>
              <a:srgbClr val="236575">
                <a:alpha val="7175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-1"/>
              <a:ext cx="1097280" cy="466090"/>
            </a:xfrm>
            <a:custGeom>
              <a:avLst/>
              <a:gdLst/>
              <a:ahLst/>
              <a:cxnLst/>
              <a:rect l="l" t="t" r="r" b="b"/>
              <a:pathLst>
                <a:path w="1097280" h="466090">
                  <a:moveTo>
                    <a:pt x="1077999" y="0"/>
                  </a:moveTo>
                  <a:lnTo>
                    <a:pt x="1096942" y="50244"/>
                  </a:lnTo>
                  <a:lnTo>
                    <a:pt x="0" y="465821"/>
                  </a:lnTo>
                  <a:lnTo>
                    <a:pt x="0" y="0"/>
                  </a:lnTo>
                  <a:lnTo>
                    <a:pt x="1077999" y="0"/>
                  </a:lnTo>
                  <a:close/>
                </a:path>
              </a:pathLst>
            </a:custGeom>
            <a:solidFill>
              <a:srgbClr val="F1B501">
                <a:alpha val="7175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/>
          <p:nvPr/>
        </p:nvSpPr>
        <p:spPr>
          <a:xfrm>
            <a:off x="0" y="2123307"/>
            <a:ext cx="1370965" cy="2295525"/>
          </a:xfrm>
          <a:custGeom>
            <a:avLst/>
            <a:gdLst/>
            <a:ahLst/>
            <a:cxnLst/>
            <a:rect l="l" t="t" r="r" b="b"/>
            <a:pathLst>
              <a:path w="1370965" h="2295525">
                <a:moveTo>
                  <a:pt x="654958" y="2295179"/>
                </a:moveTo>
                <a:lnTo>
                  <a:pt x="0" y="2295179"/>
                </a:lnTo>
                <a:lnTo>
                  <a:pt x="0" y="382213"/>
                </a:lnTo>
                <a:lnTo>
                  <a:pt x="42738" y="401137"/>
                </a:lnTo>
                <a:lnTo>
                  <a:pt x="77590" y="439035"/>
                </a:lnTo>
                <a:lnTo>
                  <a:pt x="160456" y="526891"/>
                </a:lnTo>
                <a:lnTo>
                  <a:pt x="163982" y="530745"/>
                </a:lnTo>
                <a:lnTo>
                  <a:pt x="165822" y="540027"/>
                </a:lnTo>
                <a:lnTo>
                  <a:pt x="164388" y="544591"/>
                </a:lnTo>
                <a:lnTo>
                  <a:pt x="164462" y="549118"/>
                </a:lnTo>
                <a:lnTo>
                  <a:pt x="211748" y="608474"/>
                </a:lnTo>
                <a:lnTo>
                  <a:pt x="217613" y="614641"/>
                </a:lnTo>
                <a:lnTo>
                  <a:pt x="219897" y="622455"/>
                </a:lnTo>
                <a:lnTo>
                  <a:pt x="221070" y="630506"/>
                </a:lnTo>
                <a:lnTo>
                  <a:pt x="220736" y="638744"/>
                </a:lnTo>
                <a:lnTo>
                  <a:pt x="220069" y="647050"/>
                </a:lnTo>
                <a:lnTo>
                  <a:pt x="220241" y="655309"/>
                </a:lnTo>
                <a:lnTo>
                  <a:pt x="221152" y="662883"/>
                </a:lnTo>
                <a:lnTo>
                  <a:pt x="224586" y="669877"/>
                </a:lnTo>
                <a:lnTo>
                  <a:pt x="227830" y="676778"/>
                </a:lnTo>
                <a:lnTo>
                  <a:pt x="252634" y="738504"/>
                </a:lnTo>
                <a:lnTo>
                  <a:pt x="270149" y="802687"/>
                </a:lnTo>
                <a:lnTo>
                  <a:pt x="272225" y="818627"/>
                </a:lnTo>
                <a:lnTo>
                  <a:pt x="271406" y="826393"/>
                </a:lnTo>
                <a:lnTo>
                  <a:pt x="268499" y="833555"/>
                </a:lnTo>
                <a:lnTo>
                  <a:pt x="264034" y="838889"/>
                </a:lnTo>
                <a:lnTo>
                  <a:pt x="258488" y="843210"/>
                </a:lnTo>
                <a:lnTo>
                  <a:pt x="252461" y="847092"/>
                </a:lnTo>
                <a:lnTo>
                  <a:pt x="246552" y="851107"/>
                </a:lnTo>
                <a:lnTo>
                  <a:pt x="241341" y="856207"/>
                </a:lnTo>
                <a:lnTo>
                  <a:pt x="237618" y="862456"/>
                </a:lnTo>
                <a:lnTo>
                  <a:pt x="236304" y="869102"/>
                </a:lnTo>
                <a:lnTo>
                  <a:pt x="238317" y="875395"/>
                </a:lnTo>
                <a:lnTo>
                  <a:pt x="280040" y="893432"/>
                </a:lnTo>
                <a:lnTo>
                  <a:pt x="345483" y="906862"/>
                </a:lnTo>
                <a:lnTo>
                  <a:pt x="394422" y="913411"/>
                </a:lnTo>
                <a:lnTo>
                  <a:pt x="402269" y="912511"/>
                </a:lnTo>
                <a:lnTo>
                  <a:pt x="436877" y="891683"/>
                </a:lnTo>
                <a:lnTo>
                  <a:pt x="463662" y="858643"/>
                </a:lnTo>
                <a:lnTo>
                  <a:pt x="495234" y="831000"/>
                </a:lnTo>
                <a:lnTo>
                  <a:pt x="531220" y="810039"/>
                </a:lnTo>
                <a:lnTo>
                  <a:pt x="571244" y="797044"/>
                </a:lnTo>
                <a:lnTo>
                  <a:pt x="624419" y="792520"/>
                </a:lnTo>
                <a:lnTo>
                  <a:pt x="678287" y="795344"/>
                </a:lnTo>
                <a:lnTo>
                  <a:pt x="732077" y="797809"/>
                </a:lnTo>
                <a:lnTo>
                  <a:pt x="785017" y="792202"/>
                </a:lnTo>
                <a:lnTo>
                  <a:pt x="808982" y="766069"/>
                </a:lnTo>
                <a:lnTo>
                  <a:pt x="836337" y="742732"/>
                </a:lnTo>
                <a:lnTo>
                  <a:pt x="866397" y="723206"/>
                </a:lnTo>
                <a:lnTo>
                  <a:pt x="898477" y="708504"/>
                </a:lnTo>
                <a:lnTo>
                  <a:pt x="922023" y="701424"/>
                </a:lnTo>
                <a:lnTo>
                  <a:pt x="946268" y="697523"/>
                </a:lnTo>
                <a:lnTo>
                  <a:pt x="970536" y="697731"/>
                </a:lnTo>
                <a:lnTo>
                  <a:pt x="994156" y="702978"/>
                </a:lnTo>
                <a:lnTo>
                  <a:pt x="1001640" y="705599"/>
                </a:lnTo>
                <a:lnTo>
                  <a:pt x="1008994" y="709164"/>
                </a:lnTo>
                <a:lnTo>
                  <a:pt x="1016915" y="709565"/>
                </a:lnTo>
                <a:lnTo>
                  <a:pt x="1023891" y="709144"/>
                </a:lnTo>
                <a:lnTo>
                  <a:pt x="1030705" y="707459"/>
                </a:lnTo>
                <a:lnTo>
                  <a:pt x="1037359" y="704943"/>
                </a:lnTo>
                <a:lnTo>
                  <a:pt x="1073008" y="688527"/>
                </a:lnTo>
                <a:lnTo>
                  <a:pt x="1063750" y="642379"/>
                </a:lnTo>
                <a:lnTo>
                  <a:pt x="1055754" y="595115"/>
                </a:lnTo>
                <a:lnTo>
                  <a:pt x="1050495" y="547616"/>
                </a:lnTo>
                <a:lnTo>
                  <a:pt x="1049448" y="500759"/>
                </a:lnTo>
                <a:lnTo>
                  <a:pt x="1050536" y="477287"/>
                </a:lnTo>
                <a:lnTo>
                  <a:pt x="1050885" y="465551"/>
                </a:lnTo>
                <a:lnTo>
                  <a:pt x="1043466" y="400917"/>
                </a:lnTo>
                <a:lnTo>
                  <a:pt x="1029786" y="347621"/>
                </a:lnTo>
                <a:lnTo>
                  <a:pt x="1009320" y="293486"/>
                </a:lnTo>
                <a:lnTo>
                  <a:pt x="983019" y="238685"/>
                </a:lnTo>
                <a:lnTo>
                  <a:pt x="956790" y="203720"/>
                </a:lnTo>
                <a:lnTo>
                  <a:pt x="940765" y="202403"/>
                </a:lnTo>
                <a:lnTo>
                  <a:pt x="933777" y="203136"/>
                </a:lnTo>
                <a:lnTo>
                  <a:pt x="919901" y="205518"/>
                </a:lnTo>
                <a:lnTo>
                  <a:pt x="912927" y="206418"/>
                </a:lnTo>
                <a:lnTo>
                  <a:pt x="885931" y="204295"/>
                </a:lnTo>
                <a:lnTo>
                  <a:pt x="859536" y="196257"/>
                </a:lnTo>
                <a:lnTo>
                  <a:pt x="833139" y="187030"/>
                </a:lnTo>
                <a:lnTo>
                  <a:pt x="806139" y="181341"/>
                </a:lnTo>
                <a:lnTo>
                  <a:pt x="793877" y="181058"/>
                </a:lnTo>
                <a:lnTo>
                  <a:pt x="781632" y="182011"/>
                </a:lnTo>
                <a:lnTo>
                  <a:pt x="769423" y="183770"/>
                </a:lnTo>
                <a:lnTo>
                  <a:pt x="749954" y="187157"/>
                </a:lnTo>
                <a:lnTo>
                  <a:pt x="742876" y="184332"/>
                </a:lnTo>
                <a:lnTo>
                  <a:pt x="724148" y="144626"/>
                </a:lnTo>
                <a:lnTo>
                  <a:pt x="728813" y="138378"/>
                </a:lnTo>
                <a:lnTo>
                  <a:pt x="731232" y="137145"/>
                </a:lnTo>
                <a:lnTo>
                  <a:pt x="736820" y="129756"/>
                </a:lnTo>
                <a:lnTo>
                  <a:pt x="733164" y="122059"/>
                </a:lnTo>
                <a:lnTo>
                  <a:pt x="734881" y="111433"/>
                </a:lnTo>
                <a:lnTo>
                  <a:pt x="739473" y="104587"/>
                </a:lnTo>
                <a:lnTo>
                  <a:pt x="748698" y="89525"/>
                </a:lnTo>
                <a:lnTo>
                  <a:pt x="756898" y="73880"/>
                </a:lnTo>
                <a:lnTo>
                  <a:pt x="764039" y="57723"/>
                </a:lnTo>
                <a:lnTo>
                  <a:pt x="770086" y="41124"/>
                </a:lnTo>
                <a:lnTo>
                  <a:pt x="772393" y="34008"/>
                </a:lnTo>
                <a:lnTo>
                  <a:pt x="774956" y="26982"/>
                </a:lnTo>
                <a:lnTo>
                  <a:pt x="812892" y="484"/>
                </a:lnTo>
                <a:lnTo>
                  <a:pt x="824523" y="0"/>
                </a:lnTo>
                <a:lnTo>
                  <a:pt x="848116" y="2529"/>
                </a:lnTo>
                <a:lnTo>
                  <a:pt x="892332" y="19358"/>
                </a:lnTo>
                <a:lnTo>
                  <a:pt x="925751" y="46160"/>
                </a:lnTo>
                <a:lnTo>
                  <a:pt x="936020" y="55278"/>
                </a:lnTo>
                <a:lnTo>
                  <a:pt x="1031195" y="127216"/>
                </a:lnTo>
                <a:lnTo>
                  <a:pt x="1041398" y="134616"/>
                </a:lnTo>
                <a:lnTo>
                  <a:pt x="1051837" y="141656"/>
                </a:lnTo>
                <a:lnTo>
                  <a:pt x="1062619" y="148148"/>
                </a:lnTo>
                <a:lnTo>
                  <a:pt x="1078715" y="161932"/>
                </a:lnTo>
                <a:lnTo>
                  <a:pt x="1089890" y="179980"/>
                </a:lnTo>
                <a:lnTo>
                  <a:pt x="1099011" y="200127"/>
                </a:lnTo>
                <a:lnTo>
                  <a:pt x="1108945" y="220208"/>
                </a:lnTo>
                <a:lnTo>
                  <a:pt x="1116177" y="231215"/>
                </a:lnTo>
                <a:lnTo>
                  <a:pt x="1123930" y="241215"/>
                </a:lnTo>
                <a:lnTo>
                  <a:pt x="1131950" y="251042"/>
                </a:lnTo>
                <a:lnTo>
                  <a:pt x="1139982" y="261524"/>
                </a:lnTo>
                <a:lnTo>
                  <a:pt x="1208830" y="357514"/>
                </a:lnTo>
                <a:lnTo>
                  <a:pt x="1237539" y="398972"/>
                </a:lnTo>
                <a:lnTo>
                  <a:pt x="1264737" y="442880"/>
                </a:lnTo>
                <a:lnTo>
                  <a:pt x="1289308" y="488314"/>
                </a:lnTo>
                <a:lnTo>
                  <a:pt x="1311186" y="535112"/>
                </a:lnTo>
                <a:lnTo>
                  <a:pt x="1330307" y="583108"/>
                </a:lnTo>
                <a:lnTo>
                  <a:pt x="1346606" y="632139"/>
                </a:lnTo>
                <a:lnTo>
                  <a:pt x="1360015" y="682038"/>
                </a:lnTo>
                <a:lnTo>
                  <a:pt x="1370472" y="732643"/>
                </a:lnTo>
                <a:lnTo>
                  <a:pt x="1370682" y="743350"/>
                </a:lnTo>
                <a:lnTo>
                  <a:pt x="1368067" y="753786"/>
                </a:lnTo>
                <a:lnTo>
                  <a:pt x="1343591" y="790110"/>
                </a:lnTo>
                <a:lnTo>
                  <a:pt x="1327617" y="805351"/>
                </a:lnTo>
                <a:lnTo>
                  <a:pt x="1287617" y="844630"/>
                </a:lnTo>
                <a:lnTo>
                  <a:pt x="1210118" y="925747"/>
                </a:lnTo>
                <a:lnTo>
                  <a:pt x="1170257" y="965174"/>
                </a:lnTo>
                <a:lnTo>
                  <a:pt x="1127948" y="1002267"/>
                </a:lnTo>
                <a:lnTo>
                  <a:pt x="1082552" y="1035429"/>
                </a:lnTo>
                <a:lnTo>
                  <a:pt x="1033893" y="1062828"/>
                </a:lnTo>
                <a:lnTo>
                  <a:pt x="981797" y="1082634"/>
                </a:lnTo>
                <a:lnTo>
                  <a:pt x="932556" y="1093609"/>
                </a:lnTo>
                <a:lnTo>
                  <a:pt x="882709" y="1102683"/>
                </a:lnTo>
                <a:lnTo>
                  <a:pt x="834553" y="1115378"/>
                </a:lnTo>
                <a:lnTo>
                  <a:pt x="790383" y="1137215"/>
                </a:lnTo>
                <a:lnTo>
                  <a:pt x="761558" y="1167167"/>
                </a:lnTo>
                <a:lnTo>
                  <a:pt x="744651" y="1205653"/>
                </a:lnTo>
                <a:lnTo>
                  <a:pt x="735363" y="1249744"/>
                </a:lnTo>
                <a:lnTo>
                  <a:pt x="729395" y="1296509"/>
                </a:lnTo>
                <a:lnTo>
                  <a:pt x="722449" y="1343019"/>
                </a:lnTo>
                <a:lnTo>
                  <a:pt x="710226" y="1386343"/>
                </a:lnTo>
                <a:lnTo>
                  <a:pt x="698607" y="1412996"/>
                </a:lnTo>
                <a:lnTo>
                  <a:pt x="686213" y="1439327"/>
                </a:lnTo>
                <a:lnTo>
                  <a:pt x="674374" y="1465856"/>
                </a:lnTo>
                <a:lnTo>
                  <a:pt x="664424" y="1493102"/>
                </a:lnTo>
                <a:lnTo>
                  <a:pt x="648604" y="1547857"/>
                </a:lnTo>
                <a:lnTo>
                  <a:pt x="633222" y="1602792"/>
                </a:lnTo>
                <a:lnTo>
                  <a:pt x="616099" y="1657060"/>
                </a:lnTo>
                <a:lnTo>
                  <a:pt x="595056" y="1709814"/>
                </a:lnTo>
                <a:lnTo>
                  <a:pt x="577243" y="1747791"/>
                </a:lnTo>
                <a:lnTo>
                  <a:pt x="569154" y="1767086"/>
                </a:lnTo>
                <a:lnTo>
                  <a:pt x="562565" y="1786919"/>
                </a:lnTo>
                <a:lnTo>
                  <a:pt x="555755" y="1827105"/>
                </a:lnTo>
                <a:lnTo>
                  <a:pt x="556051" y="1867992"/>
                </a:lnTo>
                <a:lnTo>
                  <a:pt x="561586" y="1908946"/>
                </a:lnTo>
                <a:lnTo>
                  <a:pt x="570493" y="1949333"/>
                </a:lnTo>
                <a:lnTo>
                  <a:pt x="580902" y="1989210"/>
                </a:lnTo>
                <a:lnTo>
                  <a:pt x="590949" y="2029192"/>
                </a:lnTo>
                <a:lnTo>
                  <a:pt x="598754" y="2069479"/>
                </a:lnTo>
                <a:lnTo>
                  <a:pt x="602441" y="2110272"/>
                </a:lnTo>
                <a:lnTo>
                  <a:pt x="608839" y="2157440"/>
                </a:lnTo>
                <a:lnTo>
                  <a:pt x="622715" y="2203641"/>
                </a:lnTo>
                <a:lnTo>
                  <a:pt x="639583" y="2249385"/>
                </a:lnTo>
                <a:lnTo>
                  <a:pt x="654958" y="2295179"/>
                </a:lnTo>
                <a:close/>
              </a:path>
            </a:pathLst>
          </a:custGeom>
          <a:solidFill>
            <a:srgbClr val="FFDE5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2301018" y="285499"/>
            <a:ext cx="2778760" cy="90487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pc="204" dirty="0"/>
              <a:t>GASTO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1614177" y="1104649"/>
            <a:ext cx="4152265" cy="90487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5750" b="1" spc="195" dirty="0">
                <a:solidFill>
                  <a:srgbClr val="FFFFFF"/>
                </a:solidFill>
                <a:latin typeface="Arial"/>
                <a:cs typeface="Arial"/>
              </a:rPr>
              <a:t>CALORICO</a:t>
            </a:r>
            <a:endParaRPr sz="5750">
              <a:latin typeface="Arial"/>
              <a:cs typeface="Arial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112440" y="4794506"/>
            <a:ext cx="542925" cy="542925"/>
            <a:chOff x="112440" y="4794506"/>
            <a:chExt cx="542925" cy="542925"/>
          </a:xfrm>
        </p:grpSpPr>
        <p:sp>
          <p:nvSpPr>
            <p:cNvPr id="12" name="object 12"/>
            <p:cNvSpPr/>
            <p:nvPr/>
          </p:nvSpPr>
          <p:spPr>
            <a:xfrm>
              <a:off x="112440" y="4794506"/>
              <a:ext cx="542925" cy="542925"/>
            </a:xfrm>
            <a:custGeom>
              <a:avLst/>
              <a:gdLst/>
              <a:ahLst/>
              <a:cxnLst/>
              <a:rect l="l" t="t" r="r" b="b"/>
              <a:pathLst>
                <a:path w="542925" h="542925">
                  <a:moveTo>
                    <a:pt x="271462" y="542924"/>
                  </a:moveTo>
                  <a:lnTo>
                    <a:pt x="222722" y="538544"/>
                  </a:lnTo>
                  <a:lnTo>
                    <a:pt x="176825" y="525917"/>
                  </a:lnTo>
                  <a:lnTo>
                    <a:pt x="134543" y="505815"/>
                  </a:lnTo>
                  <a:lnTo>
                    <a:pt x="96649" y="479011"/>
                  </a:lnTo>
                  <a:lnTo>
                    <a:pt x="63913" y="446275"/>
                  </a:lnTo>
                  <a:lnTo>
                    <a:pt x="37109" y="408381"/>
                  </a:lnTo>
                  <a:lnTo>
                    <a:pt x="17007" y="366099"/>
                  </a:lnTo>
                  <a:lnTo>
                    <a:pt x="4380" y="320202"/>
                  </a:lnTo>
                  <a:lnTo>
                    <a:pt x="0" y="271462"/>
                  </a:lnTo>
                  <a:lnTo>
                    <a:pt x="4380" y="222722"/>
                  </a:lnTo>
                  <a:lnTo>
                    <a:pt x="17007" y="176825"/>
                  </a:lnTo>
                  <a:lnTo>
                    <a:pt x="37109" y="134543"/>
                  </a:lnTo>
                  <a:lnTo>
                    <a:pt x="63913" y="96649"/>
                  </a:lnTo>
                  <a:lnTo>
                    <a:pt x="96649" y="63913"/>
                  </a:lnTo>
                  <a:lnTo>
                    <a:pt x="134543" y="37109"/>
                  </a:lnTo>
                  <a:lnTo>
                    <a:pt x="176825" y="17007"/>
                  </a:lnTo>
                  <a:lnTo>
                    <a:pt x="222722" y="4380"/>
                  </a:lnTo>
                  <a:lnTo>
                    <a:pt x="271462" y="0"/>
                  </a:lnTo>
                  <a:lnTo>
                    <a:pt x="320202" y="4380"/>
                  </a:lnTo>
                  <a:lnTo>
                    <a:pt x="362805" y="16101"/>
                  </a:lnTo>
                  <a:lnTo>
                    <a:pt x="271462" y="16101"/>
                  </a:lnTo>
                  <a:lnTo>
                    <a:pt x="225617" y="20222"/>
                  </a:lnTo>
                  <a:lnTo>
                    <a:pt x="182445" y="32102"/>
                  </a:lnTo>
                  <a:lnTo>
                    <a:pt x="142672" y="51013"/>
                  </a:lnTo>
                  <a:lnTo>
                    <a:pt x="107025" y="76230"/>
                  </a:lnTo>
                  <a:lnTo>
                    <a:pt x="76230" y="107025"/>
                  </a:lnTo>
                  <a:lnTo>
                    <a:pt x="51013" y="142672"/>
                  </a:lnTo>
                  <a:lnTo>
                    <a:pt x="32102" y="182445"/>
                  </a:lnTo>
                  <a:lnTo>
                    <a:pt x="20222" y="225617"/>
                  </a:lnTo>
                  <a:lnTo>
                    <a:pt x="16101" y="271462"/>
                  </a:lnTo>
                  <a:lnTo>
                    <a:pt x="20222" y="317306"/>
                  </a:lnTo>
                  <a:lnTo>
                    <a:pt x="32102" y="360479"/>
                  </a:lnTo>
                  <a:lnTo>
                    <a:pt x="51013" y="400252"/>
                  </a:lnTo>
                  <a:lnTo>
                    <a:pt x="76230" y="435899"/>
                  </a:lnTo>
                  <a:lnTo>
                    <a:pt x="107025" y="466694"/>
                  </a:lnTo>
                  <a:lnTo>
                    <a:pt x="142672" y="491911"/>
                  </a:lnTo>
                  <a:lnTo>
                    <a:pt x="182445" y="510822"/>
                  </a:lnTo>
                  <a:lnTo>
                    <a:pt x="225617" y="522702"/>
                  </a:lnTo>
                  <a:lnTo>
                    <a:pt x="271462" y="526823"/>
                  </a:lnTo>
                  <a:lnTo>
                    <a:pt x="362805" y="526823"/>
                  </a:lnTo>
                  <a:lnTo>
                    <a:pt x="320202" y="538544"/>
                  </a:lnTo>
                  <a:lnTo>
                    <a:pt x="271462" y="542924"/>
                  </a:lnTo>
                  <a:close/>
                </a:path>
                <a:path w="542925" h="542925">
                  <a:moveTo>
                    <a:pt x="362805" y="526823"/>
                  </a:moveTo>
                  <a:lnTo>
                    <a:pt x="271462" y="526823"/>
                  </a:lnTo>
                  <a:lnTo>
                    <a:pt x="317307" y="522702"/>
                  </a:lnTo>
                  <a:lnTo>
                    <a:pt x="360479" y="510822"/>
                  </a:lnTo>
                  <a:lnTo>
                    <a:pt x="400252" y="491911"/>
                  </a:lnTo>
                  <a:lnTo>
                    <a:pt x="435899" y="466694"/>
                  </a:lnTo>
                  <a:lnTo>
                    <a:pt x="466694" y="435899"/>
                  </a:lnTo>
                  <a:lnTo>
                    <a:pt x="491911" y="400252"/>
                  </a:lnTo>
                  <a:lnTo>
                    <a:pt x="510822" y="360479"/>
                  </a:lnTo>
                  <a:lnTo>
                    <a:pt x="522702" y="317306"/>
                  </a:lnTo>
                  <a:lnTo>
                    <a:pt x="526823" y="271462"/>
                  </a:lnTo>
                  <a:lnTo>
                    <a:pt x="522702" y="225617"/>
                  </a:lnTo>
                  <a:lnTo>
                    <a:pt x="510822" y="182445"/>
                  </a:lnTo>
                  <a:lnTo>
                    <a:pt x="491911" y="142672"/>
                  </a:lnTo>
                  <a:lnTo>
                    <a:pt x="466694" y="107025"/>
                  </a:lnTo>
                  <a:lnTo>
                    <a:pt x="435899" y="76230"/>
                  </a:lnTo>
                  <a:lnTo>
                    <a:pt x="400252" y="51013"/>
                  </a:lnTo>
                  <a:lnTo>
                    <a:pt x="360479" y="32102"/>
                  </a:lnTo>
                  <a:lnTo>
                    <a:pt x="317307" y="20222"/>
                  </a:lnTo>
                  <a:lnTo>
                    <a:pt x="271462" y="16101"/>
                  </a:lnTo>
                  <a:lnTo>
                    <a:pt x="362805" y="16101"/>
                  </a:lnTo>
                  <a:lnTo>
                    <a:pt x="408381" y="37109"/>
                  </a:lnTo>
                  <a:lnTo>
                    <a:pt x="446275" y="63913"/>
                  </a:lnTo>
                  <a:lnTo>
                    <a:pt x="479011" y="96649"/>
                  </a:lnTo>
                  <a:lnTo>
                    <a:pt x="505815" y="134543"/>
                  </a:lnTo>
                  <a:lnTo>
                    <a:pt x="525917" y="176825"/>
                  </a:lnTo>
                  <a:lnTo>
                    <a:pt x="538544" y="222722"/>
                  </a:lnTo>
                  <a:lnTo>
                    <a:pt x="542924" y="271462"/>
                  </a:lnTo>
                  <a:lnTo>
                    <a:pt x="538544" y="320202"/>
                  </a:lnTo>
                  <a:lnTo>
                    <a:pt x="525917" y="366099"/>
                  </a:lnTo>
                  <a:lnTo>
                    <a:pt x="505815" y="408381"/>
                  </a:lnTo>
                  <a:lnTo>
                    <a:pt x="479011" y="446275"/>
                  </a:lnTo>
                  <a:lnTo>
                    <a:pt x="446275" y="479011"/>
                  </a:lnTo>
                  <a:lnTo>
                    <a:pt x="408381" y="505815"/>
                  </a:lnTo>
                  <a:lnTo>
                    <a:pt x="366099" y="525917"/>
                  </a:lnTo>
                  <a:lnTo>
                    <a:pt x="362805" y="526823"/>
                  </a:lnTo>
                  <a:close/>
                </a:path>
              </a:pathLst>
            </a:custGeom>
            <a:solidFill>
              <a:srgbClr val="FFDE5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39553" y="4998456"/>
              <a:ext cx="69348" cy="139827"/>
            </a:xfrm>
            <a:prstGeom prst="rect">
              <a:avLst/>
            </a:prstGeom>
          </p:spPr>
        </p:pic>
      </p:grpSp>
      <p:grpSp>
        <p:nvGrpSpPr>
          <p:cNvPr id="14" name="object 14"/>
          <p:cNvGrpSpPr/>
          <p:nvPr/>
        </p:nvGrpSpPr>
        <p:grpSpPr>
          <a:xfrm>
            <a:off x="404444" y="8979527"/>
            <a:ext cx="542925" cy="542925"/>
            <a:chOff x="404444" y="8979527"/>
            <a:chExt cx="542925" cy="542925"/>
          </a:xfrm>
        </p:grpSpPr>
        <p:sp>
          <p:nvSpPr>
            <p:cNvPr id="15" name="object 15"/>
            <p:cNvSpPr/>
            <p:nvPr/>
          </p:nvSpPr>
          <p:spPr>
            <a:xfrm>
              <a:off x="404444" y="8979527"/>
              <a:ext cx="542925" cy="542925"/>
            </a:xfrm>
            <a:custGeom>
              <a:avLst/>
              <a:gdLst/>
              <a:ahLst/>
              <a:cxnLst/>
              <a:rect l="l" t="t" r="r" b="b"/>
              <a:pathLst>
                <a:path w="542925" h="542925">
                  <a:moveTo>
                    <a:pt x="271462" y="542924"/>
                  </a:moveTo>
                  <a:lnTo>
                    <a:pt x="222722" y="538544"/>
                  </a:lnTo>
                  <a:lnTo>
                    <a:pt x="176825" y="525917"/>
                  </a:lnTo>
                  <a:lnTo>
                    <a:pt x="134543" y="505815"/>
                  </a:lnTo>
                  <a:lnTo>
                    <a:pt x="96649" y="479011"/>
                  </a:lnTo>
                  <a:lnTo>
                    <a:pt x="63913" y="446275"/>
                  </a:lnTo>
                  <a:lnTo>
                    <a:pt x="37109" y="408381"/>
                  </a:lnTo>
                  <a:lnTo>
                    <a:pt x="17007" y="366099"/>
                  </a:lnTo>
                  <a:lnTo>
                    <a:pt x="4380" y="320202"/>
                  </a:lnTo>
                  <a:lnTo>
                    <a:pt x="0" y="271462"/>
                  </a:lnTo>
                  <a:lnTo>
                    <a:pt x="4380" y="222722"/>
                  </a:lnTo>
                  <a:lnTo>
                    <a:pt x="17007" y="176825"/>
                  </a:lnTo>
                  <a:lnTo>
                    <a:pt x="37109" y="134543"/>
                  </a:lnTo>
                  <a:lnTo>
                    <a:pt x="63913" y="96649"/>
                  </a:lnTo>
                  <a:lnTo>
                    <a:pt x="96649" y="63913"/>
                  </a:lnTo>
                  <a:lnTo>
                    <a:pt x="134543" y="37109"/>
                  </a:lnTo>
                  <a:lnTo>
                    <a:pt x="176825" y="17007"/>
                  </a:lnTo>
                  <a:lnTo>
                    <a:pt x="222722" y="4380"/>
                  </a:lnTo>
                  <a:lnTo>
                    <a:pt x="271462" y="0"/>
                  </a:lnTo>
                  <a:lnTo>
                    <a:pt x="320202" y="4380"/>
                  </a:lnTo>
                  <a:lnTo>
                    <a:pt x="362805" y="16101"/>
                  </a:lnTo>
                  <a:lnTo>
                    <a:pt x="271462" y="16101"/>
                  </a:lnTo>
                  <a:lnTo>
                    <a:pt x="225617" y="20222"/>
                  </a:lnTo>
                  <a:lnTo>
                    <a:pt x="182445" y="32102"/>
                  </a:lnTo>
                  <a:lnTo>
                    <a:pt x="142672" y="51013"/>
                  </a:lnTo>
                  <a:lnTo>
                    <a:pt x="107025" y="76230"/>
                  </a:lnTo>
                  <a:lnTo>
                    <a:pt x="76230" y="107025"/>
                  </a:lnTo>
                  <a:lnTo>
                    <a:pt x="51013" y="142672"/>
                  </a:lnTo>
                  <a:lnTo>
                    <a:pt x="32102" y="182445"/>
                  </a:lnTo>
                  <a:lnTo>
                    <a:pt x="20222" y="225617"/>
                  </a:lnTo>
                  <a:lnTo>
                    <a:pt x="16101" y="271462"/>
                  </a:lnTo>
                  <a:lnTo>
                    <a:pt x="20222" y="317306"/>
                  </a:lnTo>
                  <a:lnTo>
                    <a:pt x="32102" y="360479"/>
                  </a:lnTo>
                  <a:lnTo>
                    <a:pt x="51013" y="400252"/>
                  </a:lnTo>
                  <a:lnTo>
                    <a:pt x="76230" y="435899"/>
                  </a:lnTo>
                  <a:lnTo>
                    <a:pt x="107025" y="466694"/>
                  </a:lnTo>
                  <a:lnTo>
                    <a:pt x="142672" y="491911"/>
                  </a:lnTo>
                  <a:lnTo>
                    <a:pt x="182445" y="510822"/>
                  </a:lnTo>
                  <a:lnTo>
                    <a:pt x="225617" y="522702"/>
                  </a:lnTo>
                  <a:lnTo>
                    <a:pt x="271462" y="526823"/>
                  </a:lnTo>
                  <a:lnTo>
                    <a:pt x="362805" y="526823"/>
                  </a:lnTo>
                  <a:lnTo>
                    <a:pt x="320202" y="538544"/>
                  </a:lnTo>
                  <a:lnTo>
                    <a:pt x="271462" y="542924"/>
                  </a:lnTo>
                  <a:close/>
                </a:path>
                <a:path w="542925" h="542925">
                  <a:moveTo>
                    <a:pt x="362805" y="526823"/>
                  </a:moveTo>
                  <a:lnTo>
                    <a:pt x="271462" y="526823"/>
                  </a:lnTo>
                  <a:lnTo>
                    <a:pt x="317307" y="522702"/>
                  </a:lnTo>
                  <a:lnTo>
                    <a:pt x="360479" y="510822"/>
                  </a:lnTo>
                  <a:lnTo>
                    <a:pt x="400252" y="491911"/>
                  </a:lnTo>
                  <a:lnTo>
                    <a:pt x="435899" y="466694"/>
                  </a:lnTo>
                  <a:lnTo>
                    <a:pt x="466694" y="435899"/>
                  </a:lnTo>
                  <a:lnTo>
                    <a:pt x="491911" y="400252"/>
                  </a:lnTo>
                  <a:lnTo>
                    <a:pt x="510822" y="360479"/>
                  </a:lnTo>
                  <a:lnTo>
                    <a:pt x="522702" y="317306"/>
                  </a:lnTo>
                  <a:lnTo>
                    <a:pt x="526823" y="271462"/>
                  </a:lnTo>
                  <a:lnTo>
                    <a:pt x="522702" y="225617"/>
                  </a:lnTo>
                  <a:lnTo>
                    <a:pt x="510822" y="182445"/>
                  </a:lnTo>
                  <a:lnTo>
                    <a:pt x="491911" y="142672"/>
                  </a:lnTo>
                  <a:lnTo>
                    <a:pt x="466694" y="107025"/>
                  </a:lnTo>
                  <a:lnTo>
                    <a:pt x="435899" y="76230"/>
                  </a:lnTo>
                  <a:lnTo>
                    <a:pt x="400252" y="51013"/>
                  </a:lnTo>
                  <a:lnTo>
                    <a:pt x="360479" y="32102"/>
                  </a:lnTo>
                  <a:lnTo>
                    <a:pt x="317307" y="20222"/>
                  </a:lnTo>
                  <a:lnTo>
                    <a:pt x="271462" y="16101"/>
                  </a:lnTo>
                  <a:lnTo>
                    <a:pt x="362805" y="16101"/>
                  </a:lnTo>
                  <a:lnTo>
                    <a:pt x="408381" y="37109"/>
                  </a:lnTo>
                  <a:lnTo>
                    <a:pt x="446275" y="63913"/>
                  </a:lnTo>
                  <a:lnTo>
                    <a:pt x="479011" y="96649"/>
                  </a:lnTo>
                  <a:lnTo>
                    <a:pt x="505815" y="134543"/>
                  </a:lnTo>
                  <a:lnTo>
                    <a:pt x="525917" y="176825"/>
                  </a:lnTo>
                  <a:lnTo>
                    <a:pt x="538544" y="222722"/>
                  </a:lnTo>
                  <a:lnTo>
                    <a:pt x="542924" y="271462"/>
                  </a:lnTo>
                  <a:lnTo>
                    <a:pt x="538544" y="320202"/>
                  </a:lnTo>
                  <a:lnTo>
                    <a:pt x="525917" y="366099"/>
                  </a:lnTo>
                  <a:lnTo>
                    <a:pt x="505815" y="408381"/>
                  </a:lnTo>
                  <a:lnTo>
                    <a:pt x="479011" y="446275"/>
                  </a:lnTo>
                  <a:lnTo>
                    <a:pt x="446275" y="479011"/>
                  </a:lnTo>
                  <a:lnTo>
                    <a:pt x="408381" y="505815"/>
                  </a:lnTo>
                  <a:lnTo>
                    <a:pt x="366099" y="525917"/>
                  </a:lnTo>
                  <a:lnTo>
                    <a:pt x="362805" y="526823"/>
                  </a:lnTo>
                  <a:close/>
                </a:path>
              </a:pathLst>
            </a:custGeom>
            <a:solidFill>
              <a:srgbClr val="FFDE5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27461" y="9181499"/>
              <a:ext cx="98020" cy="141804"/>
            </a:xfrm>
            <a:prstGeom prst="rect">
              <a:avLst/>
            </a:prstGeom>
          </p:spPr>
        </p:pic>
      </p:grpSp>
      <p:sp>
        <p:nvSpPr>
          <p:cNvPr id="17" name="object 17"/>
          <p:cNvSpPr/>
          <p:nvPr/>
        </p:nvSpPr>
        <p:spPr>
          <a:xfrm>
            <a:off x="1424207" y="8523696"/>
            <a:ext cx="4744085" cy="0"/>
          </a:xfrm>
          <a:custGeom>
            <a:avLst/>
            <a:gdLst/>
            <a:ahLst/>
            <a:cxnLst/>
            <a:rect l="l" t="t" r="r" b="b"/>
            <a:pathLst>
              <a:path w="4744085">
                <a:moveTo>
                  <a:pt x="0" y="0"/>
                </a:moveTo>
                <a:lnTo>
                  <a:pt x="4743566" y="0"/>
                </a:lnTo>
              </a:path>
            </a:pathLst>
          </a:custGeom>
          <a:ln w="38099">
            <a:solidFill>
              <a:srgbClr val="FFDE58"/>
            </a:solidFill>
            <a:prstDash val="sysDot"/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8" name="object 18"/>
          <p:cNvGrpSpPr/>
          <p:nvPr/>
        </p:nvGrpSpPr>
        <p:grpSpPr>
          <a:xfrm>
            <a:off x="5020108" y="3867597"/>
            <a:ext cx="2052955" cy="4267200"/>
            <a:chOff x="5020108" y="3867597"/>
            <a:chExt cx="2052955" cy="4267200"/>
          </a:xfrm>
        </p:grpSpPr>
        <p:pic>
          <p:nvPicPr>
            <p:cNvPr id="19" name="object 1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020108" y="3867597"/>
              <a:ext cx="2052437" cy="2717916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280324" y="6600784"/>
              <a:ext cx="1533524" cy="1533524"/>
            </a:xfrm>
            <a:prstGeom prst="rect">
              <a:avLst/>
            </a:prstGeom>
          </p:spPr>
        </p:pic>
      </p:grpSp>
      <p:pic>
        <p:nvPicPr>
          <p:cNvPr id="21" name="object 21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4921118" y="8777037"/>
            <a:ext cx="1123949" cy="1123949"/>
          </a:xfrm>
          <a:prstGeom prst="rect">
            <a:avLst/>
          </a:prstGeom>
        </p:spPr>
      </p:pic>
      <p:pic>
        <p:nvPicPr>
          <p:cNvPr id="22" name="object 22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388656"/>
            <a:ext cx="761999" cy="742949"/>
          </a:xfrm>
          <a:prstGeom prst="rect">
            <a:avLst/>
          </a:prstGeom>
        </p:spPr>
      </p:pic>
      <p:pic>
        <p:nvPicPr>
          <p:cNvPr id="23" name="object 23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050165" y="17621766"/>
            <a:ext cx="723899" cy="723899"/>
          </a:xfrm>
          <a:prstGeom prst="rect">
            <a:avLst/>
          </a:prstGeom>
        </p:spPr>
      </p:pic>
      <p:pic>
        <p:nvPicPr>
          <p:cNvPr id="24" name="object 24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6694366" y="12301247"/>
            <a:ext cx="925633" cy="1376769"/>
          </a:xfrm>
          <a:prstGeom prst="rect">
            <a:avLst/>
          </a:prstGeom>
        </p:spPr>
      </p:pic>
      <p:pic>
        <p:nvPicPr>
          <p:cNvPr id="25" name="object 25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953433" y="15585819"/>
            <a:ext cx="857249" cy="857249"/>
          </a:xfrm>
          <a:prstGeom prst="rect">
            <a:avLst/>
          </a:prstGeom>
        </p:spPr>
      </p:pic>
      <p:pic>
        <p:nvPicPr>
          <p:cNvPr id="26" name="object 26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953433" y="13738891"/>
            <a:ext cx="952499" cy="952499"/>
          </a:xfrm>
          <a:prstGeom prst="rect">
            <a:avLst/>
          </a:prstGeom>
        </p:spPr>
      </p:pic>
      <p:sp>
        <p:nvSpPr>
          <p:cNvPr id="27" name="object 27"/>
          <p:cNvSpPr/>
          <p:nvPr/>
        </p:nvSpPr>
        <p:spPr>
          <a:xfrm>
            <a:off x="1424207" y="13087545"/>
            <a:ext cx="4744085" cy="0"/>
          </a:xfrm>
          <a:custGeom>
            <a:avLst/>
            <a:gdLst/>
            <a:ahLst/>
            <a:cxnLst/>
            <a:rect l="l" t="t" r="r" b="b"/>
            <a:pathLst>
              <a:path w="4744085">
                <a:moveTo>
                  <a:pt x="0" y="0"/>
                </a:moveTo>
                <a:lnTo>
                  <a:pt x="4743566" y="0"/>
                </a:lnTo>
              </a:path>
            </a:pathLst>
          </a:custGeom>
          <a:ln w="38099">
            <a:solidFill>
              <a:srgbClr val="FFDE58"/>
            </a:solidFill>
            <a:prstDash val="sysDot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 txBox="1"/>
          <p:nvPr/>
        </p:nvSpPr>
        <p:spPr>
          <a:xfrm>
            <a:off x="1246792" y="1922513"/>
            <a:ext cx="5028565" cy="1902460"/>
          </a:xfrm>
          <a:prstGeom prst="rect">
            <a:avLst/>
          </a:prstGeom>
        </p:spPr>
        <p:txBody>
          <a:bodyPr vert="horz" wrap="square" lIns="0" tIns="29845" rIns="0" bIns="0" rtlCol="0">
            <a:spAutoFit/>
          </a:bodyPr>
          <a:lstStyle/>
          <a:p>
            <a:pPr marL="12700" marR="5080" indent="-635" algn="ctr">
              <a:lnSpc>
                <a:spcPts val="2100"/>
              </a:lnSpc>
              <a:spcBef>
                <a:spcPts val="235"/>
              </a:spcBef>
            </a:pPr>
            <a:r>
              <a:rPr sz="1800" spc="-70" dirty="0">
                <a:solidFill>
                  <a:srgbClr val="FFFFFF"/>
                </a:solidFill>
                <a:latin typeface="Lucida Sans Unicode"/>
                <a:cs typeface="Lucida Sans Unicode"/>
              </a:rPr>
              <a:t>El</a:t>
            </a:r>
            <a:r>
              <a:rPr sz="1800" spc="-7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800" spc="70" dirty="0">
                <a:solidFill>
                  <a:srgbClr val="FFFFFF"/>
                </a:solidFill>
                <a:latin typeface="Lucida Sans Unicode"/>
                <a:cs typeface="Lucida Sans Unicode"/>
              </a:rPr>
              <a:t>gasto</a:t>
            </a:r>
            <a:r>
              <a:rPr sz="1800" spc="-7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800" spc="50" dirty="0">
                <a:solidFill>
                  <a:srgbClr val="FFFFFF"/>
                </a:solidFill>
                <a:latin typeface="Lucida Sans Unicode"/>
                <a:cs typeface="Lucida Sans Unicode"/>
              </a:rPr>
              <a:t>calórico</a:t>
            </a:r>
            <a:r>
              <a:rPr sz="1800" spc="-7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800" spc="70" dirty="0">
                <a:solidFill>
                  <a:srgbClr val="FFFFFF"/>
                </a:solidFill>
                <a:latin typeface="Lucida Sans Unicode"/>
                <a:cs typeface="Lucida Sans Unicode"/>
              </a:rPr>
              <a:t>se</a:t>
            </a:r>
            <a:r>
              <a:rPr sz="1800" spc="-7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800" dirty="0">
                <a:solidFill>
                  <a:srgbClr val="FFFFFF"/>
                </a:solidFill>
                <a:latin typeface="Lucida Sans Unicode"/>
                <a:cs typeface="Lucida Sans Unicode"/>
              </a:rPr>
              <a:t>refiere</a:t>
            </a:r>
            <a:r>
              <a:rPr sz="1800" spc="-8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800" spc="220" dirty="0">
                <a:solidFill>
                  <a:srgbClr val="FFFFFF"/>
                </a:solidFill>
                <a:latin typeface="Lucida Sans Unicode"/>
                <a:cs typeface="Lucida Sans Unicode"/>
              </a:rPr>
              <a:t>a</a:t>
            </a:r>
            <a:r>
              <a:rPr sz="1800" spc="-7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800" spc="65" dirty="0">
                <a:solidFill>
                  <a:srgbClr val="FFFFFF"/>
                </a:solidFill>
                <a:latin typeface="Lucida Sans Unicode"/>
                <a:cs typeface="Lucida Sans Unicode"/>
              </a:rPr>
              <a:t>la</a:t>
            </a:r>
            <a:r>
              <a:rPr sz="1800" spc="-7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800" spc="85" dirty="0">
                <a:solidFill>
                  <a:srgbClr val="FFFFFF"/>
                </a:solidFill>
                <a:latin typeface="Lucida Sans Unicode"/>
                <a:cs typeface="Lucida Sans Unicode"/>
              </a:rPr>
              <a:t>cantidad</a:t>
            </a:r>
            <a:r>
              <a:rPr sz="1800" spc="-8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800" spc="70" dirty="0">
                <a:solidFill>
                  <a:srgbClr val="FFFFFF"/>
                </a:solidFill>
                <a:latin typeface="Lucida Sans Unicode"/>
                <a:cs typeface="Lucida Sans Unicode"/>
              </a:rPr>
              <a:t>de </a:t>
            </a:r>
            <a:r>
              <a:rPr sz="1800" spc="60" dirty="0">
                <a:solidFill>
                  <a:srgbClr val="FFFFFF"/>
                </a:solidFill>
                <a:latin typeface="Lucida Sans Unicode"/>
                <a:cs typeface="Lucida Sans Unicode"/>
              </a:rPr>
              <a:t>energía</a:t>
            </a:r>
            <a:r>
              <a:rPr sz="1800" spc="-8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800" spc="75" dirty="0">
                <a:solidFill>
                  <a:srgbClr val="FFFFFF"/>
                </a:solidFill>
                <a:latin typeface="Lucida Sans Unicode"/>
                <a:cs typeface="Lucida Sans Unicode"/>
              </a:rPr>
              <a:t>que</a:t>
            </a:r>
            <a:r>
              <a:rPr sz="1800" spc="-7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800" spc="95" dirty="0">
                <a:solidFill>
                  <a:srgbClr val="FFFFFF"/>
                </a:solidFill>
                <a:latin typeface="Lucida Sans Unicode"/>
                <a:cs typeface="Lucida Sans Unicode"/>
              </a:rPr>
              <a:t>una</a:t>
            </a:r>
            <a:r>
              <a:rPr sz="1800" spc="-8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800" spc="60" dirty="0">
                <a:solidFill>
                  <a:srgbClr val="FFFFFF"/>
                </a:solidFill>
                <a:latin typeface="Lucida Sans Unicode"/>
                <a:cs typeface="Lucida Sans Unicode"/>
              </a:rPr>
              <a:t>persona</a:t>
            </a:r>
            <a:r>
              <a:rPr sz="1800" spc="-7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800" spc="-35" dirty="0">
                <a:solidFill>
                  <a:srgbClr val="FFFFFF"/>
                </a:solidFill>
                <a:latin typeface="Lucida Sans Unicode"/>
                <a:cs typeface="Lucida Sans Unicode"/>
              </a:rPr>
              <a:t>utiliza</a:t>
            </a:r>
            <a:r>
              <a:rPr sz="1800" spc="-7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800" spc="75" dirty="0">
                <a:solidFill>
                  <a:srgbClr val="FFFFFF"/>
                </a:solidFill>
                <a:latin typeface="Lucida Sans Unicode"/>
                <a:cs typeface="Lucida Sans Unicode"/>
              </a:rPr>
              <a:t>en</a:t>
            </a:r>
            <a:r>
              <a:rPr sz="1800" spc="-8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Lucida Sans Unicode"/>
                <a:cs typeface="Lucida Sans Unicode"/>
              </a:rPr>
              <a:t>un </a:t>
            </a:r>
            <a:r>
              <a:rPr sz="1800" spc="60" dirty="0">
                <a:solidFill>
                  <a:srgbClr val="FFFFFF"/>
                </a:solidFill>
                <a:latin typeface="Lucida Sans Unicode"/>
                <a:cs typeface="Lucida Sans Unicode"/>
              </a:rPr>
              <a:t>determinado</a:t>
            </a:r>
            <a:r>
              <a:rPr sz="1800" spc="-2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800" dirty="0">
                <a:solidFill>
                  <a:srgbClr val="FFFFFF"/>
                </a:solidFill>
                <a:latin typeface="Lucida Sans Unicode"/>
                <a:cs typeface="Lucida Sans Unicode"/>
              </a:rPr>
              <a:t>período</a:t>
            </a:r>
            <a:r>
              <a:rPr sz="1800" spc="-2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800" spc="95" dirty="0">
                <a:solidFill>
                  <a:srgbClr val="FFFFFF"/>
                </a:solidFill>
                <a:latin typeface="Lucida Sans Unicode"/>
                <a:cs typeface="Lucida Sans Unicode"/>
              </a:rPr>
              <a:t>de</a:t>
            </a:r>
            <a:r>
              <a:rPr sz="1800" spc="-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800" dirty="0">
                <a:solidFill>
                  <a:srgbClr val="FFFFFF"/>
                </a:solidFill>
                <a:latin typeface="Lucida Sans Unicode"/>
                <a:cs typeface="Lucida Sans Unicode"/>
              </a:rPr>
              <a:t>tiempo.</a:t>
            </a:r>
            <a:r>
              <a:rPr sz="1800" spc="-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800" dirty="0">
                <a:solidFill>
                  <a:srgbClr val="FFFFFF"/>
                </a:solidFill>
                <a:latin typeface="Lucida Sans Unicode"/>
                <a:cs typeface="Lucida Sans Unicode"/>
              </a:rPr>
              <a:t>Es</a:t>
            </a:r>
            <a:r>
              <a:rPr sz="1800" spc="-2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800" spc="40" dirty="0">
                <a:solidFill>
                  <a:srgbClr val="FFFFFF"/>
                </a:solidFill>
                <a:latin typeface="Lucida Sans Unicode"/>
                <a:cs typeface="Lucida Sans Unicode"/>
              </a:rPr>
              <a:t>la</a:t>
            </a:r>
            <a:r>
              <a:rPr sz="1800" spc="114" dirty="0">
                <a:solidFill>
                  <a:srgbClr val="FFFFFF"/>
                </a:solidFill>
                <a:latin typeface="Lucida Sans Unicode"/>
                <a:cs typeface="Lucida Sans Unicode"/>
              </a:rPr>
              <a:t> suma</a:t>
            </a:r>
            <a:r>
              <a:rPr sz="1800" spc="-8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800" spc="95" dirty="0">
                <a:solidFill>
                  <a:srgbClr val="FFFFFF"/>
                </a:solidFill>
                <a:latin typeface="Lucida Sans Unicode"/>
                <a:cs typeface="Lucida Sans Unicode"/>
              </a:rPr>
              <a:t>de</a:t>
            </a:r>
            <a:r>
              <a:rPr sz="1800" spc="-8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800" spc="65" dirty="0">
                <a:solidFill>
                  <a:srgbClr val="FFFFFF"/>
                </a:solidFill>
                <a:latin typeface="Lucida Sans Unicode"/>
                <a:cs typeface="Lucida Sans Unicode"/>
              </a:rPr>
              <a:t>todas</a:t>
            </a:r>
            <a:r>
              <a:rPr sz="1800" spc="-7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800" spc="50" dirty="0">
                <a:solidFill>
                  <a:srgbClr val="FFFFFF"/>
                </a:solidFill>
                <a:latin typeface="Lucida Sans Unicode"/>
                <a:cs typeface="Lucida Sans Unicode"/>
              </a:rPr>
              <a:t>las</a:t>
            </a:r>
            <a:r>
              <a:rPr sz="1800" spc="-8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800" spc="50" dirty="0">
                <a:solidFill>
                  <a:srgbClr val="FFFFFF"/>
                </a:solidFill>
                <a:latin typeface="Lucida Sans Unicode"/>
                <a:cs typeface="Lucida Sans Unicode"/>
              </a:rPr>
              <a:t>calorías</a:t>
            </a:r>
            <a:r>
              <a:rPr sz="1800" spc="-8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800" spc="75" dirty="0">
                <a:solidFill>
                  <a:srgbClr val="FFFFFF"/>
                </a:solidFill>
                <a:latin typeface="Lucida Sans Unicode"/>
                <a:cs typeface="Lucida Sans Unicode"/>
              </a:rPr>
              <a:t>que</a:t>
            </a:r>
            <a:r>
              <a:rPr sz="1800" spc="-7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800" spc="70" dirty="0">
                <a:solidFill>
                  <a:srgbClr val="FFFFFF"/>
                </a:solidFill>
                <a:latin typeface="Lucida Sans Unicode"/>
                <a:cs typeface="Lucida Sans Unicode"/>
              </a:rPr>
              <a:t>se</a:t>
            </a:r>
            <a:r>
              <a:rPr sz="1800" spc="-8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800" spc="100" dirty="0">
                <a:solidFill>
                  <a:srgbClr val="FFFFFF"/>
                </a:solidFill>
                <a:latin typeface="Lucida Sans Unicode"/>
                <a:cs typeface="Lucida Sans Unicode"/>
              </a:rPr>
              <a:t>queman </a:t>
            </a:r>
            <a:r>
              <a:rPr sz="1800" spc="75" dirty="0">
                <a:solidFill>
                  <a:srgbClr val="FFFFFF"/>
                </a:solidFill>
                <a:latin typeface="Lucida Sans Unicode"/>
                <a:cs typeface="Lucida Sans Unicode"/>
              </a:rPr>
              <a:t>en</a:t>
            </a:r>
            <a:r>
              <a:rPr sz="1800" spc="-1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800" dirty="0">
                <a:solidFill>
                  <a:srgbClr val="FFFFFF"/>
                </a:solidFill>
                <a:latin typeface="Lucida Sans Unicode"/>
                <a:cs typeface="Lucida Sans Unicode"/>
              </a:rPr>
              <a:t>reposo</a:t>
            </a:r>
            <a:r>
              <a:rPr sz="1800" spc="-1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800" spc="80" dirty="0">
                <a:solidFill>
                  <a:srgbClr val="FFFFFF"/>
                </a:solidFill>
                <a:latin typeface="Lucida Sans Unicode"/>
                <a:cs typeface="Lucida Sans Unicode"/>
              </a:rPr>
              <a:t>(conocido</a:t>
            </a:r>
            <a:r>
              <a:rPr sz="18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800" spc="110" dirty="0">
                <a:solidFill>
                  <a:srgbClr val="FFFFFF"/>
                </a:solidFill>
                <a:latin typeface="Lucida Sans Unicode"/>
                <a:cs typeface="Lucida Sans Unicode"/>
              </a:rPr>
              <a:t>como</a:t>
            </a:r>
            <a:r>
              <a:rPr sz="1800" spc="-1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800" spc="85" dirty="0">
                <a:solidFill>
                  <a:srgbClr val="FFFFFF"/>
                </a:solidFill>
                <a:latin typeface="Lucida Sans Unicode"/>
                <a:cs typeface="Lucida Sans Unicode"/>
              </a:rPr>
              <a:t>tasa </a:t>
            </a:r>
            <a:r>
              <a:rPr sz="1800" spc="80" dirty="0">
                <a:solidFill>
                  <a:srgbClr val="FFFFFF"/>
                </a:solidFill>
                <a:latin typeface="Lucida Sans Unicode"/>
                <a:cs typeface="Lucida Sans Unicode"/>
              </a:rPr>
              <a:t>metabólica</a:t>
            </a:r>
            <a:r>
              <a:rPr sz="1800" spc="-8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800" spc="65" dirty="0">
                <a:solidFill>
                  <a:srgbClr val="FFFFFF"/>
                </a:solidFill>
                <a:latin typeface="Lucida Sans Unicode"/>
                <a:cs typeface="Lucida Sans Unicode"/>
              </a:rPr>
              <a:t>basal),</a:t>
            </a:r>
            <a:r>
              <a:rPr sz="1800" spc="-7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80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durante</a:t>
            </a:r>
            <a:r>
              <a:rPr sz="1800" spc="-8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800" spc="65" dirty="0">
                <a:solidFill>
                  <a:srgbClr val="FFFFFF"/>
                </a:solidFill>
                <a:latin typeface="Lucida Sans Unicode"/>
                <a:cs typeface="Lucida Sans Unicode"/>
              </a:rPr>
              <a:t>la</a:t>
            </a:r>
            <a:r>
              <a:rPr sz="1800" spc="-8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800" spc="60" dirty="0">
                <a:solidFill>
                  <a:srgbClr val="FFFFFF"/>
                </a:solidFill>
                <a:latin typeface="Lucida Sans Unicode"/>
                <a:cs typeface="Lucida Sans Unicode"/>
              </a:rPr>
              <a:t>actividad </a:t>
            </a:r>
            <a:r>
              <a:rPr sz="1800" dirty="0">
                <a:solidFill>
                  <a:srgbClr val="FFFFFF"/>
                </a:solidFill>
                <a:latin typeface="Lucida Sans Unicode"/>
                <a:cs typeface="Lucida Sans Unicode"/>
              </a:rPr>
              <a:t>física</a:t>
            </a:r>
            <a:r>
              <a:rPr sz="1800" spc="-2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800" spc="80" dirty="0">
                <a:solidFill>
                  <a:srgbClr val="FFFFFF"/>
                </a:solidFill>
                <a:latin typeface="Lucida Sans Unicode"/>
                <a:cs typeface="Lucida Sans Unicode"/>
              </a:rPr>
              <a:t>y</a:t>
            </a:r>
            <a:r>
              <a:rPr sz="1800" spc="-2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800" spc="65" dirty="0">
                <a:solidFill>
                  <a:srgbClr val="FFFFFF"/>
                </a:solidFill>
                <a:latin typeface="Lucida Sans Unicode"/>
                <a:cs typeface="Lucida Sans Unicode"/>
              </a:rPr>
              <a:t>la</a:t>
            </a:r>
            <a:r>
              <a:rPr sz="1800" spc="-2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800" dirty="0">
                <a:solidFill>
                  <a:srgbClr val="FFFFFF"/>
                </a:solidFill>
                <a:latin typeface="Lucida Sans Unicode"/>
                <a:cs typeface="Lucida Sans Unicode"/>
              </a:rPr>
              <a:t>digestión</a:t>
            </a:r>
            <a:r>
              <a:rPr sz="1800" spc="-2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800" spc="95" dirty="0">
                <a:solidFill>
                  <a:srgbClr val="FFFFFF"/>
                </a:solidFill>
                <a:latin typeface="Lucida Sans Unicode"/>
                <a:cs typeface="Lucida Sans Unicode"/>
              </a:rPr>
              <a:t>de</a:t>
            </a:r>
            <a:r>
              <a:rPr sz="1800" spc="-2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800" dirty="0">
                <a:solidFill>
                  <a:srgbClr val="FFFFFF"/>
                </a:solidFill>
                <a:latin typeface="Lucida Sans Unicode"/>
                <a:cs typeface="Lucida Sans Unicode"/>
              </a:rPr>
              <a:t>los</a:t>
            </a:r>
            <a:r>
              <a:rPr sz="1800" spc="-2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alimentos.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640097" y="15102616"/>
            <a:ext cx="1455420" cy="360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b="1" spc="-60" dirty="0">
                <a:solidFill>
                  <a:srgbClr val="FDECCF"/>
                </a:solidFill>
                <a:latin typeface="Verdana"/>
                <a:cs typeface="Verdana"/>
              </a:rPr>
              <a:t>Proteínas</a:t>
            </a:r>
            <a:endParaRPr sz="2200">
              <a:latin typeface="Verdana"/>
              <a:cs typeface="Verdana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869765" y="17014736"/>
            <a:ext cx="1021080" cy="360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b="1" spc="-95" dirty="0">
                <a:solidFill>
                  <a:srgbClr val="FDECCF"/>
                </a:solidFill>
                <a:latin typeface="Verdana"/>
                <a:cs typeface="Verdana"/>
              </a:rPr>
              <a:t>Grasas</a:t>
            </a:r>
            <a:endParaRPr sz="2200">
              <a:latin typeface="Verdana"/>
              <a:cs typeface="Verdana"/>
            </a:endParaRPr>
          </a:p>
        </p:txBody>
      </p:sp>
      <p:sp>
        <p:nvSpPr>
          <p:cNvPr id="31" name="object 31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28320" marR="4710430">
              <a:lnSpc>
                <a:spcPct val="116500"/>
              </a:lnSpc>
              <a:spcBef>
                <a:spcPts val="100"/>
              </a:spcBef>
            </a:pPr>
            <a:r>
              <a:rPr spc="-60" dirty="0"/>
              <a:t>Necesidades </a:t>
            </a:r>
            <a:r>
              <a:rPr spc="-10" dirty="0"/>
              <a:t>Energeticas</a:t>
            </a:r>
          </a:p>
          <a:p>
            <a:pPr marL="76835" marR="2966720">
              <a:lnSpc>
                <a:spcPct val="115599"/>
              </a:lnSpc>
              <a:spcBef>
                <a:spcPts val="505"/>
              </a:spcBef>
            </a:pPr>
            <a:r>
              <a:rPr sz="2000" b="0" dirty="0">
                <a:solidFill>
                  <a:srgbClr val="FFFFFF"/>
                </a:solidFill>
                <a:latin typeface="Lucida Sans Unicode"/>
                <a:cs typeface="Lucida Sans Unicode"/>
              </a:rPr>
              <a:t>Las</a:t>
            </a:r>
            <a:r>
              <a:rPr sz="2000" b="0" spc="-7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000" b="0" spc="75" dirty="0">
                <a:solidFill>
                  <a:srgbClr val="FFFFFF"/>
                </a:solidFill>
                <a:latin typeface="Lucida Sans Unicode"/>
                <a:cs typeface="Lucida Sans Unicode"/>
              </a:rPr>
              <a:t>necesidades</a:t>
            </a:r>
            <a:r>
              <a:rPr sz="2000" b="0" spc="-7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000" b="0" spc="60" dirty="0">
                <a:solidFill>
                  <a:srgbClr val="FFFFFF"/>
                </a:solidFill>
                <a:latin typeface="Lucida Sans Unicode"/>
                <a:cs typeface="Lucida Sans Unicode"/>
              </a:rPr>
              <a:t>energéticas</a:t>
            </a:r>
            <a:r>
              <a:rPr sz="2000" b="0" spc="-6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000" b="0" spc="70" dirty="0">
                <a:solidFill>
                  <a:srgbClr val="FFFFFF"/>
                </a:solidFill>
                <a:latin typeface="Lucida Sans Unicode"/>
                <a:cs typeface="Lucida Sans Unicode"/>
              </a:rPr>
              <a:t>de </a:t>
            </a:r>
            <a:r>
              <a:rPr sz="2000" b="0" spc="180" dirty="0">
                <a:solidFill>
                  <a:srgbClr val="FFFFFF"/>
                </a:solidFill>
                <a:latin typeface="Lucida Sans Unicode"/>
                <a:cs typeface="Lucida Sans Unicode"/>
              </a:rPr>
              <a:t>cada</a:t>
            </a:r>
            <a:r>
              <a:rPr sz="2000" b="0" spc="-7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000" b="0" spc="60" dirty="0">
                <a:solidFill>
                  <a:srgbClr val="FFFFFF"/>
                </a:solidFill>
                <a:latin typeface="Lucida Sans Unicode"/>
                <a:cs typeface="Lucida Sans Unicode"/>
              </a:rPr>
              <a:t>cuerpo</a:t>
            </a:r>
            <a:r>
              <a:rPr sz="2000" b="0" spc="-7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000" b="0" dirty="0">
                <a:solidFill>
                  <a:srgbClr val="FFFFFF"/>
                </a:solidFill>
                <a:latin typeface="Lucida Sans Unicode"/>
                <a:cs typeface="Lucida Sans Unicode"/>
              </a:rPr>
              <a:t>son</a:t>
            </a:r>
            <a:r>
              <a:rPr sz="2000" b="0" spc="-7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000" b="0" spc="65" dirty="0">
                <a:solidFill>
                  <a:srgbClr val="FFFFFF"/>
                </a:solidFill>
                <a:latin typeface="Lucida Sans Unicode"/>
                <a:cs typeface="Lucida Sans Unicode"/>
              </a:rPr>
              <a:t>únicas</a:t>
            </a:r>
            <a:r>
              <a:rPr sz="2000" b="0" spc="-7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000" b="0" dirty="0">
                <a:solidFill>
                  <a:srgbClr val="FFFFFF"/>
                </a:solidFill>
                <a:latin typeface="Lucida Sans Unicode"/>
                <a:cs typeface="Lucida Sans Unicode"/>
              </a:rPr>
              <a:t>por</a:t>
            </a:r>
            <a:r>
              <a:rPr sz="2000" b="0" spc="-7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000" b="0" spc="-25" dirty="0">
                <a:solidFill>
                  <a:srgbClr val="FFFFFF"/>
                </a:solidFill>
                <a:latin typeface="Lucida Sans Unicode"/>
                <a:cs typeface="Lucida Sans Unicode"/>
              </a:rPr>
              <a:t>lo </a:t>
            </a:r>
            <a:r>
              <a:rPr sz="2000" b="0" spc="75" dirty="0">
                <a:solidFill>
                  <a:srgbClr val="FFFFFF"/>
                </a:solidFill>
                <a:latin typeface="Lucida Sans Unicode"/>
                <a:cs typeface="Lucida Sans Unicode"/>
              </a:rPr>
              <a:t>que</a:t>
            </a:r>
            <a:r>
              <a:rPr sz="2000" b="0" spc="-7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000" b="0" spc="60" dirty="0">
                <a:solidFill>
                  <a:srgbClr val="FFFFFF"/>
                </a:solidFill>
                <a:latin typeface="Lucida Sans Unicode"/>
                <a:cs typeface="Lucida Sans Unicode"/>
              </a:rPr>
              <a:t>se</a:t>
            </a:r>
            <a:r>
              <a:rPr sz="2000" b="0" spc="-7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000" b="0" spc="80" dirty="0">
                <a:solidFill>
                  <a:srgbClr val="FFFFFF"/>
                </a:solidFill>
                <a:latin typeface="Lucida Sans Unicode"/>
                <a:cs typeface="Lucida Sans Unicode"/>
              </a:rPr>
              <a:t>deben</a:t>
            </a:r>
            <a:r>
              <a:rPr sz="2000" b="0" spc="-6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000" b="0" dirty="0">
                <a:solidFill>
                  <a:srgbClr val="FFFFFF"/>
                </a:solidFill>
                <a:latin typeface="Lucida Sans Unicode"/>
                <a:cs typeface="Lucida Sans Unicode"/>
              </a:rPr>
              <a:t>tener</a:t>
            </a:r>
            <a:r>
              <a:rPr sz="2000" b="0" spc="-7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000" b="0" spc="75" dirty="0">
                <a:solidFill>
                  <a:srgbClr val="FFFFFF"/>
                </a:solidFill>
                <a:latin typeface="Lucida Sans Unicode"/>
                <a:cs typeface="Lucida Sans Unicode"/>
              </a:rPr>
              <a:t>en</a:t>
            </a:r>
            <a:r>
              <a:rPr sz="2000" b="0" spc="-7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000" b="0" spc="80" dirty="0">
                <a:solidFill>
                  <a:srgbClr val="FFFFFF"/>
                </a:solidFill>
                <a:latin typeface="Lucida Sans Unicode"/>
                <a:cs typeface="Lucida Sans Unicode"/>
              </a:rPr>
              <a:t>cuenta </a:t>
            </a:r>
            <a:r>
              <a:rPr sz="2000" b="0" spc="50" dirty="0">
                <a:solidFill>
                  <a:srgbClr val="FFFFFF"/>
                </a:solidFill>
                <a:latin typeface="Lucida Sans Unicode"/>
                <a:cs typeface="Lucida Sans Unicode"/>
              </a:rPr>
              <a:t>elementos</a:t>
            </a:r>
            <a:r>
              <a:rPr sz="2000" b="0" spc="-8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000" b="0" spc="110" dirty="0">
                <a:solidFill>
                  <a:srgbClr val="FFFFFF"/>
                </a:solidFill>
                <a:latin typeface="Lucida Sans Unicode"/>
                <a:cs typeface="Lucida Sans Unicode"/>
              </a:rPr>
              <a:t>como</a:t>
            </a:r>
            <a:r>
              <a:rPr sz="2000" b="0" spc="-8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000" b="0" spc="50" dirty="0">
                <a:solidFill>
                  <a:srgbClr val="FFFFFF"/>
                </a:solidFill>
                <a:latin typeface="Lucida Sans Unicode"/>
                <a:cs typeface="Lucida Sans Unicode"/>
              </a:rPr>
              <a:t>edad,</a:t>
            </a:r>
            <a:r>
              <a:rPr sz="2000" b="0" spc="-8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000" b="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peso, </a:t>
            </a:r>
            <a:r>
              <a:rPr sz="2000" b="0" dirty="0">
                <a:solidFill>
                  <a:srgbClr val="FFFFFF"/>
                </a:solidFill>
                <a:latin typeface="Lucida Sans Unicode"/>
                <a:cs typeface="Lucida Sans Unicode"/>
              </a:rPr>
              <a:t>género,</a:t>
            </a:r>
            <a:r>
              <a:rPr sz="2000" b="0" spc="-6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000" b="0" spc="70" dirty="0">
                <a:solidFill>
                  <a:srgbClr val="FFFFFF"/>
                </a:solidFill>
                <a:latin typeface="Lucida Sans Unicode"/>
                <a:cs typeface="Lucida Sans Unicode"/>
              </a:rPr>
              <a:t>actividad</a:t>
            </a:r>
            <a:r>
              <a:rPr sz="2000" b="0" spc="-6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000" b="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física, </a:t>
            </a:r>
            <a:r>
              <a:rPr sz="2000" b="0" spc="60" dirty="0">
                <a:solidFill>
                  <a:srgbClr val="FFFFFF"/>
                </a:solidFill>
                <a:latin typeface="Lucida Sans Unicode"/>
                <a:cs typeface="Lucida Sans Unicode"/>
              </a:rPr>
              <a:t>metabolismo</a:t>
            </a:r>
            <a:r>
              <a:rPr sz="2000" b="0" spc="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000" b="0" dirty="0">
                <a:solidFill>
                  <a:srgbClr val="FFFFFF"/>
                </a:solidFill>
                <a:latin typeface="Lucida Sans Unicode"/>
                <a:cs typeface="Lucida Sans Unicode"/>
              </a:rPr>
              <a:t>basal,</a:t>
            </a:r>
            <a:r>
              <a:rPr sz="2000" b="0" spc="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000" b="0" spc="-20" dirty="0">
                <a:solidFill>
                  <a:srgbClr val="FFFFFF"/>
                </a:solidFill>
                <a:latin typeface="Lucida Sans Unicode"/>
                <a:cs typeface="Lucida Sans Unicode"/>
              </a:rPr>
              <a:t>estos </a:t>
            </a:r>
            <a:r>
              <a:rPr sz="2000" b="0" spc="50" dirty="0">
                <a:solidFill>
                  <a:srgbClr val="FFFFFF"/>
                </a:solidFill>
                <a:latin typeface="Lucida Sans Unicode"/>
                <a:cs typeface="Lucida Sans Unicode"/>
              </a:rPr>
              <a:t>elementos</a:t>
            </a:r>
            <a:r>
              <a:rPr sz="2000" b="0" spc="-10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000" b="0" dirty="0">
                <a:solidFill>
                  <a:srgbClr val="FFFFFF"/>
                </a:solidFill>
                <a:latin typeface="Lucida Sans Unicode"/>
                <a:cs typeface="Lucida Sans Unicode"/>
              </a:rPr>
              <a:t>juntos</a:t>
            </a:r>
            <a:r>
              <a:rPr sz="2000" b="0" spc="-10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000" b="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forman</a:t>
            </a:r>
            <a:r>
              <a:rPr sz="2000" b="0" spc="-10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000" b="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estilos </a:t>
            </a:r>
            <a:r>
              <a:rPr sz="2000" b="0" spc="95" dirty="0">
                <a:solidFill>
                  <a:srgbClr val="FFFFFF"/>
                </a:solidFill>
                <a:latin typeface="Lucida Sans Unicode"/>
                <a:cs typeface="Lucida Sans Unicode"/>
              </a:rPr>
              <a:t>de</a:t>
            </a:r>
            <a:r>
              <a:rPr sz="2000" b="0" spc="-10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000" b="0" spc="50" dirty="0">
                <a:solidFill>
                  <a:srgbClr val="FFFFFF"/>
                </a:solidFill>
                <a:latin typeface="Lucida Sans Unicode"/>
                <a:cs typeface="Lucida Sans Unicode"/>
              </a:rPr>
              <a:t>vida</a:t>
            </a:r>
            <a:endParaRPr sz="2000" dirty="0">
              <a:latin typeface="Lucida Sans Unicode"/>
              <a:cs typeface="Lucida Sans Unicode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sz="2000" dirty="0">
              <a:latin typeface="Lucida Sans Unicode"/>
              <a:cs typeface="Lucida Sans Unicode"/>
            </a:endParaRPr>
          </a:p>
          <a:p>
            <a:pPr marL="909319" marR="3425190">
              <a:lnSpc>
                <a:spcPct val="116500"/>
              </a:lnSpc>
            </a:pPr>
            <a:r>
              <a:rPr spc="-60" dirty="0"/>
              <a:t>¿Cuántas</a:t>
            </a:r>
            <a:r>
              <a:rPr spc="-120" dirty="0"/>
              <a:t> </a:t>
            </a:r>
            <a:r>
              <a:rPr spc="-65" dirty="0"/>
              <a:t>calorías? </a:t>
            </a:r>
            <a:r>
              <a:rPr spc="-10" dirty="0"/>
              <a:t>necesitamos realmente?</a:t>
            </a:r>
          </a:p>
          <a:p>
            <a:pPr marL="118110" marR="5080">
              <a:lnSpc>
                <a:spcPct val="115599"/>
              </a:lnSpc>
              <a:spcBef>
                <a:spcPts val="515"/>
              </a:spcBef>
            </a:pPr>
            <a:r>
              <a:rPr sz="2000" b="0" dirty="0">
                <a:solidFill>
                  <a:srgbClr val="FFFFFF"/>
                </a:solidFill>
                <a:latin typeface="Lucida Sans Unicode"/>
                <a:cs typeface="Lucida Sans Unicode"/>
              </a:rPr>
              <a:t>No</a:t>
            </a:r>
            <a:r>
              <a:rPr sz="2000" b="0" spc="-11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000" b="0" spc="110" dirty="0">
                <a:solidFill>
                  <a:srgbClr val="FFFFFF"/>
                </a:solidFill>
                <a:latin typeface="Lucida Sans Unicode"/>
                <a:cs typeface="Lucida Sans Unicode"/>
              </a:rPr>
              <a:t>hay</a:t>
            </a:r>
            <a:r>
              <a:rPr sz="2000" b="0" spc="-10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000" b="0" spc="100" dirty="0">
                <a:solidFill>
                  <a:srgbClr val="FFFFFF"/>
                </a:solidFill>
                <a:latin typeface="Lucida Sans Unicode"/>
                <a:cs typeface="Lucida Sans Unicode"/>
              </a:rPr>
              <a:t>una</a:t>
            </a:r>
            <a:r>
              <a:rPr sz="2000" b="0" spc="-10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000" b="0" spc="85" dirty="0">
                <a:solidFill>
                  <a:srgbClr val="FFFFFF"/>
                </a:solidFill>
                <a:latin typeface="Lucida Sans Unicode"/>
                <a:cs typeface="Lucida Sans Unicode"/>
              </a:rPr>
              <a:t>cantidad</a:t>
            </a:r>
            <a:r>
              <a:rPr sz="2000" b="0" spc="-10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000" b="0" spc="75" dirty="0">
                <a:solidFill>
                  <a:srgbClr val="FFFFFF"/>
                </a:solidFill>
                <a:latin typeface="Lucida Sans Unicode"/>
                <a:cs typeface="Lucida Sans Unicode"/>
              </a:rPr>
              <a:t>única</a:t>
            </a:r>
            <a:r>
              <a:rPr sz="2000" b="0" spc="-10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000" b="0" spc="95" dirty="0">
                <a:solidFill>
                  <a:srgbClr val="FFFFFF"/>
                </a:solidFill>
                <a:latin typeface="Lucida Sans Unicode"/>
                <a:cs typeface="Lucida Sans Unicode"/>
              </a:rPr>
              <a:t>de</a:t>
            </a:r>
            <a:r>
              <a:rPr sz="2000" b="0" spc="-10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000" b="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calorías</a:t>
            </a:r>
            <a:r>
              <a:rPr sz="2000" b="0" spc="-10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000" b="0" spc="75" dirty="0">
                <a:solidFill>
                  <a:srgbClr val="FFFFFF"/>
                </a:solidFill>
                <a:latin typeface="Lucida Sans Unicode"/>
                <a:cs typeface="Lucida Sans Unicode"/>
              </a:rPr>
              <a:t>que</a:t>
            </a:r>
            <a:r>
              <a:rPr sz="2000" b="0" spc="-9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000" b="0" spc="95" dirty="0">
                <a:solidFill>
                  <a:srgbClr val="FFFFFF"/>
                </a:solidFill>
                <a:latin typeface="Lucida Sans Unicode"/>
                <a:cs typeface="Lucida Sans Unicode"/>
              </a:rPr>
              <a:t>sea </a:t>
            </a:r>
            <a:r>
              <a:rPr sz="2000" b="0" spc="145" dirty="0">
                <a:solidFill>
                  <a:srgbClr val="FFFFFF"/>
                </a:solidFill>
                <a:latin typeface="Lucida Sans Unicode"/>
                <a:cs typeface="Lucida Sans Unicode"/>
              </a:rPr>
              <a:t>adecuada</a:t>
            </a:r>
            <a:r>
              <a:rPr sz="2000" b="0" spc="-10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000" b="0" spc="114" dirty="0">
                <a:solidFill>
                  <a:srgbClr val="FFFFFF"/>
                </a:solidFill>
                <a:latin typeface="Lucida Sans Unicode"/>
                <a:cs typeface="Lucida Sans Unicode"/>
              </a:rPr>
              <a:t>para</a:t>
            </a:r>
            <a:r>
              <a:rPr sz="2000" b="0" spc="-9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000" b="0" spc="-20" dirty="0">
                <a:solidFill>
                  <a:srgbClr val="FFFFFF"/>
                </a:solidFill>
                <a:latin typeface="Lucida Sans Unicode"/>
                <a:cs typeface="Lucida Sans Unicode"/>
              </a:rPr>
              <a:t>todos,</a:t>
            </a:r>
            <a:r>
              <a:rPr sz="2000" b="0" spc="-9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000" b="0" spc="155" dirty="0">
                <a:solidFill>
                  <a:srgbClr val="FFFFFF"/>
                </a:solidFill>
                <a:latin typeface="Lucida Sans Unicode"/>
                <a:cs typeface="Lucida Sans Unicode"/>
              </a:rPr>
              <a:t>ya</a:t>
            </a:r>
            <a:r>
              <a:rPr sz="2000" b="0" spc="-10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000" b="0" spc="75" dirty="0">
                <a:solidFill>
                  <a:srgbClr val="FFFFFF"/>
                </a:solidFill>
                <a:latin typeface="Lucida Sans Unicode"/>
                <a:cs typeface="Lucida Sans Unicode"/>
              </a:rPr>
              <a:t>que</a:t>
            </a:r>
            <a:r>
              <a:rPr sz="2000" b="0" spc="-9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000" b="0" spc="50" dirty="0">
                <a:solidFill>
                  <a:srgbClr val="FFFFFF"/>
                </a:solidFill>
                <a:latin typeface="Lucida Sans Unicode"/>
                <a:cs typeface="Lucida Sans Unicode"/>
              </a:rPr>
              <a:t>las</a:t>
            </a:r>
            <a:r>
              <a:rPr sz="2000" b="0" spc="-9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000" b="0" spc="65" dirty="0">
                <a:solidFill>
                  <a:srgbClr val="FFFFFF"/>
                </a:solidFill>
                <a:latin typeface="Lucida Sans Unicode"/>
                <a:cs typeface="Lucida Sans Unicode"/>
              </a:rPr>
              <a:t>necesidades calóricas</a:t>
            </a:r>
            <a:r>
              <a:rPr sz="2000" b="0" spc="-5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000" b="0" dirty="0">
                <a:solidFill>
                  <a:srgbClr val="FFFFFF"/>
                </a:solidFill>
                <a:latin typeface="Lucida Sans Unicode"/>
                <a:cs typeface="Lucida Sans Unicode"/>
              </a:rPr>
              <a:t>son</a:t>
            </a:r>
            <a:r>
              <a:rPr sz="2000" b="0" spc="-4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000" b="0" spc="85" dirty="0">
                <a:solidFill>
                  <a:srgbClr val="FFFFFF"/>
                </a:solidFill>
                <a:latin typeface="Lucida Sans Unicode"/>
                <a:cs typeface="Lucida Sans Unicode"/>
              </a:rPr>
              <a:t>altamente</a:t>
            </a:r>
            <a:r>
              <a:rPr sz="2000" b="0" spc="-5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000" b="0" dirty="0">
                <a:solidFill>
                  <a:srgbClr val="FFFFFF"/>
                </a:solidFill>
                <a:latin typeface="Lucida Sans Unicode"/>
                <a:cs typeface="Lucida Sans Unicode"/>
              </a:rPr>
              <a:t>individualizadas.</a:t>
            </a:r>
            <a:r>
              <a:rPr sz="2000" b="0" spc="-4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000" b="0" dirty="0">
                <a:solidFill>
                  <a:srgbClr val="FFFFFF"/>
                </a:solidFill>
                <a:latin typeface="Lucida Sans Unicode"/>
                <a:cs typeface="Lucida Sans Unicode"/>
              </a:rPr>
              <a:t>Sin</a:t>
            </a:r>
            <a:r>
              <a:rPr sz="2000" b="0" spc="-5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000" b="0" spc="40" dirty="0">
                <a:solidFill>
                  <a:srgbClr val="FFFFFF"/>
                </a:solidFill>
                <a:latin typeface="Lucida Sans Unicode"/>
                <a:cs typeface="Lucida Sans Unicode"/>
              </a:rPr>
              <a:t>embargo, </a:t>
            </a:r>
            <a:r>
              <a:rPr sz="2000" b="0" spc="50" dirty="0">
                <a:solidFill>
                  <a:srgbClr val="FFFFFF"/>
                </a:solidFill>
                <a:latin typeface="Lucida Sans Unicode"/>
                <a:cs typeface="Lucida Sans Unicode"/>
              </a:rPr>
              <a:t>las</a:t>
            </a:r>
            <a:r>
              <a:rPr sz="2000" b="0" spc="-9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000" b="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estimaciones</a:t>
            </a:r>
            <a:r>
              <a:rPr sz="2000" b="0" spc="-9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000" b="0" spc="60" dirty="0">
                <a:solidFill>
                  <a:srgbClr val="FFFFFF"/>
                </a:solidFill>
                <a:latin typeface="Lucida Sans Unicode"/>
                <a:cs typeface="Lucida Sans Unicode"/>
              </a:rPr>
              <a:t>generales</a:t>
            </a:r>
            <a:r>
              <a:rPr sz="2000" b="0" spc="-9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000" b="0" spc="95" dirty="0">
                <a:solidFill>
                  <a:srgbClr val="FFFFFF"/>
                </a:solidFill>
                <a:latin typeface="Lucida Sans Unicode"/>
                <a:cs typeface="Lucida Sans Unicode"/>
              </a:rPr>
              <a:t>de</a:t>
            </a:r>
            <a:r>
              <a:rPr sz="2000" b="0" spc="-9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000" b="0" spc="50" dirty="0">
                <a:solidFill>
                  <a:srgbClr val="FFFFFF"/>
                </a:solidFill>
                <a:latin typeface="Lucida Sans Unicode"/>
                <a:cs typeface="Lucida Sans Unicode"/>
              </a:rPr>
              <a:t>las</a:t>
            </a:r>
            <a:r>
              <a:rPr sz="2000" b="0" spc="-9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000" b="0" spc="65" dirty="0">
                <a:solidFill>
                  <a:srgbClr val="FFFFFF"/>
                </a:solidFill>
                <a:latin typeface="Lucida Sans Unicode"/>
                <a:cs typeface="Lucida Sans Unicode"/>
              </a:rPr>
              <a:t>necesidades calóricas</a:t>
            </a:r>
            <a:r>
              <a:rPr sz="2000" b="0" spc="-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000" b="0" dirty="0">
                <a:solidFill>
                  <a:srgbClr val="FFFFFF"/>
                </a:solidFill>
                <a:latin typeface="Lucida Sans Unicode"/>
                <a:cs typeface="Lucida Sans Unicode"/>
              </a:rPr>
              <a:t>diarias </a:t>
            </a:r>
            <a:r>
              <a:rPr sz="2000" b="0" spc="114" dirty="0">
                <a:solidFill>
                  <a:srgbClr val="FFFFFF"/>
                </a:solidFill>
                <a:latin typeface="Lucida Sans Unicode"/>
                <a:cs typeface="Lucida Sans Unicode"/>
              </a:rPr>
              <a:t>para</a:t>
            </a:r>
            <a:r>
              <a:rPr sz="2000" b="0" dirty="0">
                <a:solidFill>
                  <a:srgbClr val="FFFFFF"/>
                </a:solidFill>
                <a:latin typeface="Lucida Sans Unicode"/>
                <a:cs typeface="Lucida Sans Unicode"/>
              </a:rPr>
              <a:t> adultos </a:t>
            </a:r>
            <a:r>
              <a:rPr sz="2000" b="0" spc="65" dirty="0">
                <a:solidFill>
                  <a:srgbClr val="FFFFFF"/>
                </a:solidFill>
                <a:latin typeface="Lucida Sans Unicode"/>
                <a:cs typeface="Lucida Sans Unicode"/>
              </a:rPr>
              <a:t>promedian</a:t>
            </a:r>
            <a:r>
              <a:rPr sz="2000" b="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000" b="0" spc="45" dirty="0">
                <a:solidFill>
                  <a:srgbClr val="FFFFFF"/>
                </a:solidFill>
                <a:latin typeface="Lucida Sans Unicode"/>
                <a:cs typeface="Lucida Sans Unicode"/>
              </a:rPr>
              <a:t>alrededor</a:t>
            </a:r>
            <a:r>
              <a:rPr sz="2000" b="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000" b="0" spc="70" dirty="0">
                <a:solidFill>
                  <a:srgbClr val="FFFFFF"/>
                </a:solidFill>
                <a:latin typeface="Lucida Sans Unicode"/>
                <a:cs typeface="Lucida Sans Unicode"/>
              </a:rPr>
              <a:t>de </a:t>
            </a:r>
            <a:r>
              <a:rPr sz="2000" b="0" spc="-60" dirty="0">
                <a:solidFill>
                  <a:srgbClr val="FFFFFF"/>
                </a:solidFill>
                <a:latin typeface="Lucida Sans Unicode"/>
                <a:cs typeface="Lucida Sans Unicode"/>
              </a:rPr>
              <a:t>2000-</a:t>
            </a:r>
            <a:r>
              <a:rPr sz="2000" b="0" spc="-50" dirty="0">
                <a:solidFill>
                  <a:srgbClr val="FFFFFF"/>
                </a:solidFill>
                <a:latin typeface="Lucida Sans Unicode"/>
                <a:cs typeface="Lucida Sans Unicode"/>
              </a:rPr>
              <a:t>2500 </a:t>
            </a:r>
            <a:r>
              <a:rPr sz="2000" b="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calorías</a:t>
            </a:r>
            <a:r>
              <a:rPr sz="2000" b="0" spc="-4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000" b="0" spc="114" dirty="0">
                <a:solidFill>
                  <a:srgbClr val="FFFFFF"/>
                </a:solidFill>
                <a:latin typeface="Lucida Sans Unicode"/>
                <a:cs typeface="Lucida Sans Unicode"/>
              </a:rPr>
              <a:t>para</a:t>
            </a:r>
            <a:r>
              <a:rPr sz="2000" b="0" spc="-4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000" b="0" dirty="0">
                <a:solidFill>
                  <a:srgbClr val="FFFFFF"/>
                </a:solidFill>
                <a:latin typeface="Lucida Sans Unicode"/>
                <a:cs typeface="Lucida Sans Unicode"/>
              </a:rPr>
              <a:t>mujeres</a:t>
            </a:r>
            <a:r>
              <a:rPr sz="2000" b="0" spc="-4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000" b="0" spc="70" dirty="0">
                <a:solidFill>
                  <a:srgbClr val="FFFFFF"/>
                </a:solidFill>
                <a:latin typeface="Lucida Sans Unicode"/>
                <a:cs typeface="Lucida Sans Unicode"/>
              </a:rPr>
              <a:t>y</a:t>
            </a:r>
            <a:r>
              <a:rPr sz="2000" b="0" spc="-4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000" b="0" spc="-60" dirty="0">
                <a:solidFill>
                  <a:srgbClr val="FFFFFF"/>
                </a:solidFill>
                <a:latin typeface="Lucida Sans Unicode"/>
                <a:cs typeface="Lucida Sans Unicode"/>
              </a:rPr>
              <a:t>2500-</a:t>
            </a:r>
            <a:r>
              <a:rPr sz="2000" b="0" spc="-30" dirty="0">
                <a:solidFill>
                  <a:srgbClr val="FFFFFF"/>
                </a:solidFill>
                <a:latin typeface="Lucida Sans Unicode"/>
                <a:cs typeface="Lucida Sans Unicode"/>
              </a:rPr>
              <a:t>3000</a:t>
            </a:r>
            <a:r>
              <a:rPr sz="2000" b="0" spc="-4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000" b="0" spc="45" dirty="0">
                <a:solidFill>
                  <a:srgbClr val="FFFFFF"/>
                </a:solidFill>
                <a:latin typeface="Lucida Sans Unicode"/>
                <a:cs typeface="Lucida Sans Unicode"/>
              </a:rPr>
              <a:t>calorías </a:t>
            </a:r>
            <a:r>
              <a:rPr sz="2000" b="0" spc="114" dirty="0">
                <a:solidFill>
                  <a:srgbClr val="FFFFFF"/>
                </a:solidFill>
                <a:latin typeface="Lucida Sans Unicode"/>
                <a:cs typeface="Lucida Sans Unicode"/>
              </a:rPr>
              <a:t>para</a:t>
            </a:r>
            <a:r>
              <a:rPr sz="2000" b="0" spc="-7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000" b="0" dirty="0">
                <a:solidFill>
                  <a:srgbClr val="FFFFFF"/>
                </a:solidFill>
                <a:latin typeface="Lucida Sans Unicode"/>
                <a:cs typeface="Lucida Sans Unicode"/>
              </a:rPr>
              <a:t>hombres,</a:t>
            </a:r>
            <a:r>
              <a:rPr sz="2000" b="0" spc="-7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000" b="0" spc="85" dirty="0">
                <a:solidFill>
                  <a:srgbClr val="FFFFFF"/>
                </a:solidFill>
                <a:latin typeface="Lucida Sans Unicode"/>
                <a:cs typeface="Lucida Sans Unicode"/>
              </a:rPr>
              <a:t>con</a:t>
            </a:r>
            <a:r>
              <a:rPr sz="2000" b="0" spc="-7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000" b="0" spc="60" dirty="0">
                <a:solidFill>
                  <a:srgbClr val="FFFFFF"/>
                </a:solidFill>
                <a:latin typeface="Lucida Sans Unicode"/>
                <a:cs typeface="Lucida Sans Unicode"/>
              </a:rPr>
              <a:t>variaciones</a:t>
            </a:r>
            <a:r>
              <a:rPr sz="2000" b="0" spc="-7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000" b="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dependiendo</a:t>
            </a:r>
            <a:r>
              <a:rPr sz="2000" b="0" spc="-7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000" b="0" spc="95" dirty="0">
                <a:solidFill>
                  <a:srgbClr val="FFFFFF"/>
                </a:solidFill>
                <a:latin typeface="Lucida Sans Unicode"/>
                <a:cs typeface="Lucida Sans Unicode"/>
              </a:rPr>
              <a:t>de</a:t>
            </a:r>
            <a:r>
              <a:rPr sz="2000" b="0" spc="-7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000" b="0" spc="-25" dirty="0">
                <a:solidFill>
                  <a:srgbClr val="FFFFFF"/>
                </a:solidFill>
                <a:latin typeface="Lucida Sans Unicode"/>
                <a:cs typeface="Lucida Sans Unicode"/>
              </a:rPr>
              <a:t>los </a:t>
            </a:r>
            <a:r>
              <a:rPr sz="2000" b="0" spc="45" dirty="0">
                <a:solidFill>
                  <a:srgbClr val="FFFFFF"/>
                </a:solidFill>
                <a:latin typeface="Lucida Sans Unicode"/>
                <a:cs typeface="Lucida Sans Unicode"/>
              </a:rPr>
              <a:t>factores</a:t>
            </a:r>
            <a:r>
              <a:rPr sz="2000" b="0" spc="-7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000" b="0" spc="75" dirty="0">
                <a:solidFill>
                  <a:srgbClr val="FFFFFF"/>
                </a:solidFill>
                <a:latin typeface="Lucida Sans Unicode"/>
                <a:cs typeface="Lucida Sans Unicode"/>
              </a:rPr>
              <a:t>mencionados</a:t>
            </a:r>
            <a:r>
              <a:rPr sz="2000" b="0" spc="-7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000" b="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anteriormente.</a:t>
            </a:r>
            <a:endParaRPr sz="2000" dirty="0">
              <a:latin typeface="Lucida Sans Unicode"/>
              <a:cs typeface="Lucida Sans Unicode"/>
            </a:endParaRPr>
          </a:p>
          <a:p>
            <a:pPr>
              <a:lnSpc>
                <a:spcPct val="100000"/>
              </a:lnSpc>
              <a:spcBef>
                <a:spcPts val="1550"/>
              </a:spcBef>
            </a:pPr>
            <a:endParaRPr sz="2000" dirty="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</a:pPr>
            <a:r>
              <a:rPr sz="3300" spc="-89" baseline="-5050" dirty="0"/>
              <a:t>Carbohidratos</a:t>
            </a:r>
            <a:r>
              <a:rPr sz="3300" spc="-44" baseline="-5050" dirty="0"/>
              <a:t> </a:t>
            </a:r>
            <a:r>
              <a:rPr sz="1900" b="0" spc="-50" dirty="0">
                <a:solidFill>
                  <a:srgbClr val="FFFFFF"/>
                </a:solidFill>
                <a:latin typeface="Lucida Sans Unicode"/>
                <a:cs typeface="Lucida Sans Unicode"/>
              </a:rPr>
              <a:t>Los</a:t>
            </a:r>
            <a:r>
              <a:rPr sz="1900" b="0" spc="-9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900" b="0" spc="45" dirty="0">
                <a:solidFill>
                  <a:srgbClr val="FFFFFF"/>
                </a:solidFill>
                <a:latin typeface="Lucida Sans Unicode"/>
                <a:cs typeface="Lucida Sans Unicode"/>
              </a:rPr>
              <a:t>carbohidratos</a:t>
            </a:r>
            <a:r>
              <a:rPr sz="1900" b="0" spc="-9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900" b="0" dirty="0">
                <a:solidFill>
                  <a:srgbClr val="FFFFFF"/>
                </a:solidFill>
                <a:latin typeface="Lucida Sans Unicode"/>
                <a:cs typeface="Lucida Sans Unicode"/>
              </a:rPr>
              <a:t>son</a:t>
            </a:r>
            <a:r>
              <a:rPr sz="1900" b="0" spc="-9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900" b="0" spc="65" dirty="0">
                <a:solidFill>
                  <a:srgbClr val="FFFFFF"/>
                </a:solidFill>
                <a:latin typeface="Lucida Sans Unicode"/>
                <a:cs typeface="Lucida Sans Unicode"/>
              </a:rPr>
              <a:t>la</a:t>
            </a:r>
            <a:r>
              <a:rPr sz="1900" b="0" spc="-9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900" b="0" spc="-10" dirty="0">
                <a:solidFill>
                  <a:srgbClr val="FFFFFF"/>
                </a:solidFill>
                <a:latin typeface="Arial Black"/>
                <a:cs typeface="Arial Black"/>
              </a:rPr>
              <a:t>principal</a:t>
            </a:r>
            <a:endParaRPr sz="1900" dirty="0">
              <a:latin typeface="Arial Black"/>
              <a:cs typeface="Arial Black"/>
            </a:endParaRPr>
          </a:p>
          <a:p>
            <a:pPr marL="2228850" marR="231775">
              <a:lnSpc>
                <a:spcPts val="2630"/>
              </a:lnSpc>
              <a:spcBef>
                <a:spcPts val="25"/>
              </a:spcBef>
            </a:pPr>
            <a:r>
              <a:rPr sz="1900" b="0" dirty="0">
                <a:solidFill>
                  <a:srgbClr val="FFFFFF"/>
                </a:solidFill>
                <a:latin typeface="Lucida Sans Unicode"/>
                <a:cs typeface="Lucida Sans Unicode"/>
              </a:rPr>
              <a:t>fuente</a:t>
            </a:r>
            <a:r>
              <a:rPr sz="1900" b="0" spc="-5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900" b="0" spc="85" dirty="0">
                <a:solidFill>
                  <a:srgbClr val="FFFFFF"/>
                </a:solidFill>
                <a:latin typeface="Lucida Sans Unicode"/>
                <a:cs typeface="Lucida Sans Unicode"/>
              </a:rPr>
              <a:t>de</a:t>
            </a:r>
            <a:r>
              <a:rPr sz="1900" b="0" spc="-5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900" b="0" spc="50" dirty="0">
                <a:solidFill>
                  <a:srgbClr val="FFFFFF"/>
                </a:solidFill>
                <a:latin typeface="Lucida Sans Unicode"/>
                <a:cs typeface="Lucida Sans Unicode"/>
              </a:rPr>
              <a:t>energía</a:t>
            </a:r>
            <a:r>
              <a:rPr sz="1900" b="0" spc="-5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900" b="0" spc="110" dirty="0">
                <a:solidFill>
                  <a:srgbClr val="FFFFFF"/>
                </a:solidFill>
                <a:latin typeface="Lucida Sans Unicode"/>
                <a:cs typeface="Lucida Sans Unicode"/>
              </a:rPr>
              <a:t>para</a:t>
            </a:r>
            <a:r>
              <a:rPr sz="1900" b="0" spc="-4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900" b="0" dirty="0">
                <a:solidFill>
                  <a:srgbClr val="FFFFFF"/>
                </a:solidFill>
                <a:latin typeface="Lucida Sans Unicode"/>
                <a:cs typeface="Lucida Sans Unicode"/>
              </a:rPr>
              <a:t>el</a:t>
            </a:r>
            <a:r>
              <a:rPr sz="1900" b="0" spc="-5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900" b="0" dirty="0">
                <a:solidFill>
                  <a:srgbClr val="FFFFFF"/>
                </a:solidFill>
                <a:latin typeface="Lucida Sans Unicode"/>
                <a:cs typeface="Lucida Sans Unicode"/>
              </a:rPr>
              <a:t>cuerpo,</a:t>
            </a:r>
            <a:r>
              <a:rPr sz="1900" b="0" spc="-4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900" b="0" spc="35" dirty="0">
                <a:solidFill>
                  <a:srgbClr val="FFFFFF"/>
                </a:solidFill>
                <a:latin typeface="Lucida Sans Unicode"/>
                <a:cs typeface="Lucida Sans Unicode"/>
              </a:rPr>
              <a:t>se </a:t>
            </a:r>
            <a:r>
              <a:rPr sz="1900" b="0" spc="60" dirty="0">
                <a:solidFill>
                  <a:srgbClr val="FFFFFF"/>
                </a:solidFill>
                <a:latin typeface="Lucida Sans Unicode"/>
                <a:cs typeface="Lucida Sans Unicode"/>
              </a:rPr>
              <a:t>encuentran</a:t>
            </a:r>
            <a:r>
              <a:rPr sz="1900" b="0" spc="1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900" b="0" dirty="0">
                <a:solidFill>
                  <a:srgbClr val="FFFFFF"/>
                </a:solidFill>
                <a:latin typeface="Lucida Sans Unicode"/>
                <a:cs typeface="Lucida Sans Unicode"/>
              </a:rPr>
              <a:t>cereales,</a:t>
            </a:r>
            <a:r>
              <a:rPr sz="1900" b="0" spc="2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900" b="0" dirty="0">
                <a:solidFill>
                  <a:srgbClr val="FFFFFF"/>
                </a:solidFill>
                <a:latin typeface="Lucida Sans Unicode"/>
                <a:cs typeface="Lucida Sans Unicode"/>
              </a:rPr>
              <a:t>pan,</a:t>
            </a:r>
            <a:r>
              <a:rPr sz="1900" b="0" spc="2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900" b="0" spc="-65" dirty="0">
                <a:solidFill>
                  <a:srgbClr val="FFFFFF"/>
                </a:solidFill>
                <a:latin typeface="Lucida Sans Unicode"/>
                <a:cs typeface="Lucida Sans Unicode"/>
              </a:rPr>
              <a:t>arroz,</a:t>
            </a:r>
            <a:r>
              <a:rPr sz="1900" b="0" spc="2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900" b="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pasta, </a:t>
            </a:r>
            <a:r>
              <a:rPr sz="1900" b="0" spc="-20" dirty="0">
                <a:solidFill>
                  <a:srgbClr val="FFFFFF"/>
                </a:solidFill>
                <a:latin typeface="Lucida Sans Unicode"/>
                <a:cs typeface="Lucida Sans Unicode"/>
              </a:rPr>
              <a:t>frutas,</a:t>
            </a:r>
            <a:r>
              <a:rPr sz="1900" b="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900" b="0" dirty="0">
                <a:solidFill>
                  <a:srgbClr val="FFFFFF"/>
                </a:solidFill>
                <a:latin typeface="Lucida Sans Unicode"/>
                <a:cs typeface="Lucida Sans Unicode"/>
              </a:rPr>
              <a:t>verduras</a:t>
            </a:r>
            <a:r>
              <a:rPr sz="1900" b="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900" b="0" spc="75" dirty="0">
                <a:solidFill>
                  <a:srgbClr val="FFFFFF"/>
                </a:solidFill>
                <a:latin typeface="Lucida Sans Unicode"/>
                <a:cs typeface="Lucida Sans Unicode"/>
              </a:rPr>
              <a:t>y</a:t>
            </a:r>
            <a:r>
              <a:rPr sz="1900" b="0" spc="1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900" b="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legumbres</a:t>
            </a:r>
            <a:endParaRPr sz="1900" dirty="0">
              <a:latin typeface="Lucida Sans Unicode"/>
              <a:cs typeface="Lucida Sans Unicode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2438446" y="15062533"/>
            <a:ext cx="5027930" cy="3530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353695">
              <a:lnSpc>
                <a:spcPct val="115100"/>
              </a:lnSpc>
              <a:spcBef>
                <a:spcPts val="100"/>
              </a:spcBef>
            </a:pPr>
            <a:r>
              <a:rPr sz="1900" dirty="0">
                <a:solidFill>
                  <a:srgbClr val="FFFFFF"/>
                </a:solidFill>
                <a:latin typeface="Lucida Sans Unicode"/>
                <a:cs typeface="Lucida Sans Unicode"/>
              </a:rPr>
              <a:t>Las</a:t>
            </a:r>
            <a:r>
              <a:rPr sz="1900" spc="-1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900" dirty="0">
                <a:solidFill>
                  <a:srgbClr val="FFFFFF"/>
                </a:solidFill>
                <a:latin typeface="Lucida Sans Unicode"/>
                <a:cs typeface="Lucida Sans Unicode"/>
              </a:rPr>
              <a:t>proteínas</a:t>
            </a:r>
            <a:r>
              <a:rPr sz="19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900" dirty="0">
                <a:solidFill>
                  <a:srgbClr val="FFFFFF"/>
                </a:solidFill>
                <a:latin typeface="Lucida Sans Unicode"/>
                <a:cs typeface="Lucida Sans Unicode"/>
              </a:rPr>
              <a:t>son</a:t>
            </a:r>
            <a:r>
              <a:rPr sz="19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900" spc="70" dirty="0">
                <a:solidFill>
                  <a:srgbClr val="FFFFFF"/>
                </a:solidFill>
                <a:latin typeface="Lucida Sans Unicode"/>
                <a:cs typeface="Lucida Sans Unicode"/>
              </a:rPr>
              <a:t>necesarias</a:t>
            </a:r>
            <a:r>
              <a:rPr sz="1900" spc="-1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900" spc="110" dirty="0">
                <a:solidFill>
                  <a:srgbClr val="FFFFFF"/>
                </a:solidFill>
                <a:latin typeface="Lucida Sans Unicode"/>
                <a:cs typeface="Lucida Sans Unicode"/>
              </a:rPr>
              <a:t>para</a:t>
            </a:r>
            <a:r>
              <a:rPr sz="19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900" spc="40" dirty="0">
                <a:solidFill>
                  <a:srgbClr val="FFFFFF"/>
                </a:solidFill>
                <a:latin typeface="Lucida Sans Unicode"/>
                <a:cs typeface="Lucida Sans Unicode"/>
              </a:rPr>
              <a:t>la </a:t>
            </a:r>
            <a:r>
              <a:rPr sz="1900" dirty="0">
                <a:solidFill>
                  <a:srgbClr val="FFFFFF"/>
                </a:solidFill>
                <a:latin typeface="Lucida Sans Unicode"/>
                <a:cs typeface="Lucida Sans Unicode"/>
              </a:rPr>
              <a:t>construcción</a:t>
            </a:r>
            <a:r>
              <a:rPr sz="1900" spc="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900" spc="75" dirty="0">
                <a:solidFill>
                  <a:srgbClr val="FFFFFF"/>
                </a:solidFill>
                <a:latin typeface="Lucida Sans Unicode"/>
                <a:cs typeface="Lucida Sans Unicode"/>
              </a:rPr>
              <a:t>y</a:t>
            </a:r>
            <a:r>
              <a:rPr sz="1900" spc="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900" spc="60" dirty="0">
                <a:solidFill>
                  <a:srgbClr val="FFFFFF"/>
                </a:solidFill>
                <a:latin typeface="Lucida Sans Unicode"/>
                <a:cs typeface="Lucida Sans Unicode"/>
              </a:rPr>
              <a:t>reparación</a:t>
            </a:r>
            <a:r>
              <a:rPr sz="1900" spc="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900" spc="85" dirty="0">
                <a:solidFill>
                  <a:srgbClr val="FFFFFF"/>
                </a:solidFill>
                <a:latin typeface="Lucida Sans Unicode"/>
                <a:cs typeface="Lucida Sans Unicode"/>
              </a:rPr>
              <a:t>de</a:t>
            </a:r>
            <a:r>
              <a:rPr sz="1900" spc="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900" spc="-30" dirty="0">
                <a:solidFill>
                  <a:srgbClr val="FFFFFF"/>
                </a:solidFill>
                <a:latin typeface="Lucida Sans Unicode"/>
                <a:cs typeface="Lucida Sans Unicode"/>
              </a:rPr>
              <a:t>tejidos,</a:t>
            </a:r>
            <a:r>
              <a:rPr sz="1900" spc="1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900" spc="25" dirty="0">
                <a:solidFill>
                  <a:srgbClr val="FFFFFF"/>
                </a:solidFill>
                <a:latin typeface="Lucida Sans Unicode"/>
                <a:cs typeface="Lucida Sans Unicode"/>
              </a:rPr>
              <a:t>y </a:t>
            </a:r>
            <a:r>
              <a:rPr sz="1900" spc="60" dirty="0">
                <a:solidFill>
                  <a:srgbClr val="FFFFFF"/>
                </a:solidFill>
                <a:latin typeface="Lucida Sans Unicode"/>
                <a:cs typeface="Lucida Sans Unicode"/>
              </a:rPr>
              <a:t>se</a:t>
            </a:r>
            <a:r>
              <a:rPr sz="1900" spc="-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900" spc="60" dirty="0">
                <a:solidFill>
                  <a:srgbClr val="FFFFFF"/>
                </a:solidFill>
                <a:latin typeface="Lucida Sans Unicode"/>
                <a:cs typeface="Lucida Sans Unicode"/>
              </a:rPr>
              <a:t>encuentran</a:t>
            </a:r>
            <a:r>
              <a:rPr sz="190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900" spc="65" dirty="0">
                <a:solidFill>
                  <a:srgbClr val="FFFFFF"/>
                </a:solidFill>
                <a:latin typeface="Lucida Sans Unicode"/>
                <a:cs typeface="Lucida Sans Unicode"/>
              </a:rPr>
              <a:t>en</a:t>
            </a:r>
            <a:r>
              <a:rPr sz="1900" dirty="0">
                <a:solidFill>
                  <a:srgbClr val="FFFFFF"/>
                </a:solidFill>
                <a:latin typeface="Lucida Sans Unicode"/>
                <a:cs typeface="Lucida Sans Unicode"/>
              </a:rPr>
              <a:t> alimentos </a:t>
            </a:r>
            <a:r>
              <a:rPr sz="1900" spc="85" dirty="0">
                <a:solidFill>
                  <a:srgbClr val="FFFFFF"/>
                </a:solidFill>
                <a:latin typeface="Lucida Sans Unicode"/>
                <a:cs typeface="Lucida Sans Unicode"/>
              </a:rPr>
              <a:t>como </a:t>
            </a:r>
            <a:r>
              <a:rPr sz="1900" dirty="0">
                <a:solidFill>
                  <a:srgbClr val="FFFFFF"/>
                </a:solidFill>
                <a:latin typeface="Lucida Sans Unicode"/>
                <a:cs typeface="Lucida Sans Unicode"/>
              </a:rPr>
              <a:t>carne, </a:t>
            </a:r>
            <a:r>
              <a:rPr sz="190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pescado,</a:t>
            </a:r>
            <a:r>
              <a:rPr sz="1900" spc="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900" dirty="0">
                <a:solidFill>
                  <a:srgbClr val="FFFFFF"/>
                </a:solidFill>
                <a:latin typeface="Lucida Sans Unicode"/>
                <a:cs typeface="Lucida Sans Unicode"/>
              </a:rPr>
              <a:t>huevos,</a:t>
            </a:r>
            <a:r>
              <a:rPr sz="1900" spc="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9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productos </a:t>
            </a:r>
            <a:r>
              <a:rPr sz="1900" dirty="0">
                <a:solidFill>
                  <a:srgbClr val="FFFFFF"/>
                </a:solidFill>
                <a:latin typeface="Lucida Sans Unicode"/>
                <a:cs typeface="Lucida Sans Unicode"/>
              </a:rPr>
              <a:t>lácteos,</a:t>
            </a:r>
            <a:r>
              <a:rPr sz="1900" spc="-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900" dirty="0">
                <a:solidFill>
                  <a:srgbClr val="FFFFFF"/>
                </a:solidFill>
                <a:latin typeface="Lucida Sans Unicode"/>
                <a:cs typeface="Lucida Sans Unicode"/>
              </a:rPr>
              <a:t>legumbres, </a:t>
            </a:r>
            <a:r>
              <a:rPr sz="1900" spc="75" dirty="0">
                <a:solidFill>
                  <a:srgbClr val="FFFFFF"/>
                </a:solidFill>
                <a:latin typeface="Lucida Sans Unicode"/>
                <a:cs typeface="Lucida Sans Unicode"/>
              </a:rPr>
              <a:t>nueces</a:t>
            </a:r>
            <a:r>
              <a:rPr sz="1900" spc="-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900" spc="75" dirty="0">
                <a:solidFill>
                  <a:srgbClr val="FFFFFF"/>
                </a:solidFill>
                <a:latin typeface="Lucida Sans Unicode"/>
                <a:cs typeface="Lucida Sans Unicode"/>
              </a:rPr>
              <a:t>y</a:t>
            </a:r>
            <a:r>
              <a:rPr sz="19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 semillas.</a:t>
            </a:r>
            <a:endParaRPr sz="1900">
              <a:latin typeface="Lucida Sans Unicode"/>
              <a:cs typeface="Lucida Sans Unicode"/>
            </a:endParaRPr>
          </a:p>
          <a:p>
            <a:pPr marL="12700" marR="5080">
              <a:lnSpc>
                <a:spcPct val="115100"/>
              </a:lnSpc>
              <a:spcBef>
                <a:spcPts val="1345"/>
              </a:spcBef>
            </a:pPr>
            <a:r>
              <a:rPr sz="1900" dirty="0">
                <a:solidFill>
                  <a:srgbClr val="FFFFFF"/>
                </a:solidFill>
                <a:latin typeface="Lucida Sans Unicode"/>
                <a:cs typeface="Lucida Sans Unicode"/>
              </a:rPr>
              <a:t>Las</a:t>
            </a:r>
            <a:r>
              <a:rPr sz="190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900" spc="80" dirty="0">
                <a:solidFill>
                  <a:srgbClr val="FFFFFF"/>
                </a:solidFill>
                <a:latin typeface="Lucida Sans Unicode"/>
                <a:cs typeface="Lucida Sans Unicode"/>
              </a:rPr>
              <a:t>grasas</a:t>
            </a:r>
            <a:r>
              <a:rPr sz="1900" spc="1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900" dirty="0">
                <a:solidFill>
                  <a:srgbClr val="FFFFFF"/>
                </a:solidFill>
                <a:latin typeface="Lucida Sans Unicode"/>
                <a:cs typeface="Lucida Sans Unicode"/>
              </a:rPr>
              <a:t>son</a:t>
            </a:r>
            <a:r>
              <a:rPr sz="1900" spc="1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900" dirty="0">
                <a:solidFill>
                  <a:srgbClr val="FFFFFF"/>
                </a:solidFill>
                <a:latin typeface="Lucida Sans Unicode"/>
                <a:cs typeface="Lucida Sans Unicode"/>
              </a:rPr>
              <a:t>importantes</a:t>
            </a:r>
            <a:r>
              <a:rPr sz="1900" spc="1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900" spc="110" dirty="0">
                <a:solidFill>
                  <a:srgbClr val="FFFFFF"/>
                </a:solidFill>
                <a:latin typeface="Lucida Sans Unicode"/>
                <a:cs typeface="Lucida Sans Unicode"/>
              </a:rPr>
              <a:t>para</a:t>
            </a:r>
            <a:r>
              <a:rPr sz="190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900" spc="40" dirty="0">
                <a:solidFill>
                  <a:srgbClr val="FFFFFF"/>
                </a:solidFill>
                <a:latin typeface="Lucida Sans Unicode"/>
                <a:cs typeface="Lucida Sans Unicode"/>
              </a:rPr>
              <a:t>la </a:t>
            </a:r>
            <a:r>
              <a:rPr sz="1900" spc="45" dirty="0">
                <a:solidFill>
                  <a:srgbClr val="FFFFFF"/>
                </a:solidFill>
                <a:latin typeface="Lucida Sans Unicode"/>
                <a:cs typeface="Lucida Sans Unicode"/>
              </a:rPr>
              <a:t>absorción</a:t>
            </a:r>
            <a:r>
              <a:rPr sz="1900" spc="5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900" spc="85" dirty="0">
                <a:solidFill>
                  <a:srgbClr val="FFFFFF"/>
                </a:solidFill>
                <a:latin typeface="Lucida Sans Unicode"/>
                <a:cs typeface="Lucida Sans Unicode"/>
              </a:rPr>
              <a:t>de</a:t>
            </a:r>
            <a:r>
              <a:rPr sz="190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900" dirty="0">
                <a:solidFill>
                  <a:srgbClr val="FFFFFF"/>
                </a:solidFill>
                <a:latin typeface="Lucida Sans Unicode"/>
                <a:cs typeface="Lucida Sans Unicode"/>
              </a:rPr>
              <a:t>vitaminas,</a:t>
            </a:r>
            <a:r>
              <a:rPr sz="1900" spc="65" dirty="0">
                <a:solidFill>
                  <a:srgbClr val="FFFFFF"/>
                </a:solidFill>
                <a:latin typeface="Lucida Sans Unicode"/>
                <a:cs typeface="Lucida Sans Unicode"/>
              </a:rPr>
              <a:t> la</a:t>
            </a:r>
            <a:r>
              <a:rPr sz="190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900" dirty="0">
                <a:solidFill>
                  <a:srgbClr val="FFFFFF"/>
                </a:solidFill>
                <a:latin typeface="Lucida Sans Unicode"/>
                <a:cs typeface="Lucida Sans Unicode"/>
              </a:rPr>
              <a:t>producción</a:t>
            </a:r>
            <a:r>
              <a:rPr sz="190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900" spc="60" dirty="0">
                <a:solidFill>
                  <a:srgbClr val="FFFFFF"/>
                </a:solidFill>
                <a:latin typeface="Lucida Sans Unicode"/>
                <a:cs typeface="Lucida Sans Unicode"/>
              </a:rPr>
              <a:t>de hormonas</a:t>
            </a:r>
            <a:r>
              <a:rPr sz="1900" spc="-9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900" spc="75" dirty="0">
                <a:solidFill>
                  <a:srgbClr val="FFFFFF"/>
                </a:solidFill>
                <a:latin typeface="Lucida Sans Unicode"/>
                <a:cs typeface="Lucida Sans Unicode"/>
              </a:rPr>
              <a:t>y</a:t>
            </a:r>
            <a:r>
              <a:rPr sz="1900" spc="-9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900" spc="60" dirty="0">
                <a:solidFill>
                  <a:srgbClr val="FFFFFF"/>
                </a:solidFill>
                <a:latin typeface="Lucida Sans Unicode"/>
                <a:cs typeface="Lucida Sans Unicode"/>
              </a:rPr>
              <a:t>se</a:t>
            </a:r>
            <a:r>
              <a:rPr sz="1900" spc="-9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900" spc="60" dirty="0">
                <a:solidFill>
                  <a:srgbClr val="FFFFFF"/>
                </a:solidFill>
                <a:latin typeface="Lucida Sans Unicode"/>
                <a:cs typeface="Lucida Sans Unicode"/>
              </a:rPr>
              <a:t>encuentran</a:t>
            </a:r>
            <a:r>
              <a:rPr sz="1900" spc="-9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900" spc="65" dirty="0">
                <a:solidFill>
                  <a:srgbClr val="FFFFFF"/>
                </a:solidFill>
                <a:latin typeface="Lucida Sans Unicode"/>
                <a:cs typeface="Lucida Sans Unicode"/>
              </a:rPr>
              <a:t>en</a:t>
            </a:r>
            <a:r>
              <a:rPr sz="1900" spc="-9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9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alimentos </a:t>
            </a:r>
            <a:r>
              <a:rPr sz="1900" spc="105" dirty="0">
                <a:solidFill>
                  <a:srgbClr val="FFFFFF"/>
                </a:solidFill>
                <a:latin typeface="Lucida Sans Unicode"/>
                <a:cs typeface="Lucida Sans Unicode"/>
              </a:rPr>
              <a:t>como</a:t>
            </a:r>
            <a:r>
              <a:rPr sz="1900" spc="-1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900" dirty="0">
                <a:solidFill>
                  <a:srgbClr val="FFFFFF"/>
                </a:solidFill>
                <a:latin typeface="Lucida Sans Unicode"/>
                <a:cs typeface="Lucida Sans Unicode"/>
              </a:rPr>
              <a:t>aceites,</a:t>
            </a:r>
            <a:r>
              <a:rPr sz="19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 frutos</a:t>
            </a:r>
            <a:r>
              <a:rPr sz="1900" spc="-1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900" dirty="0">
                <a:solidFill>
                  <a:srgbClr val="FFFFFF"/>
                </a:solidFill>
                <a:latin typeface="Lucida Sans Unicode"/>
                <a:cs typeface="Lucida Sans Unicode"/>
              </a:rPr>
              <a:t>secos,</a:t>
            </a:r>
            <a:r>
              <a:rPr sz="19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 semillas, </a:t>
            </a:r>
            <a:r>
              <a:rPr sz="190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pescado,</a:t>
            </a:r>
            <a:r>
              <a:rPr sz="190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900" spc="125" dirty="0">
                <a:solidFill>
                  <a:srgbClr val="FFFFFF"/>
                </a:solidFill>
                <a:latin typeface="Lucida Sans Unicode"/>
                <a:cs typeface="Lucida Sans Unicode"/>
              </a:rPr>
              <a:t>aguacate</a:t>
            </a:r>
            <a:r>
              <a:rPr sz="1900" spc="-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900" spc="75" dirty="0">
                <a:solidFill>
                  <a:srgbClr val="FFFFFF"/>
                </a:solidFill>
                <a:latin typeface="Lucida Sans Unicode"/>
                <a:cs typeface="Lucida Sans Unicode"/>
              </a:rPr>
              <a:t>y</a:t>
            </a:r>
            <a:r>
              <a:rPr sz="1900" spc="-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900" dirty="0">
                <a:solidFill>
                  <a:srgbClr val="FFFFFF"/>
                </a:solidFill>
                <a:latin typeface="Lucida Sans Unicode"/>
                <a:cs typeface="Lucida Sans Unicode"/>
              </a:rPr>
              <a:t>productos</a:t>
            </a:r>
            <a:r>
              <a:rPr sz="1900" spc="-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900" spc="50" dirty="0">
                <a:solidFill>
                  <a:srgbClr val="FFFFFF"/>
                </a:solidFill>
                <a:latin typeface="Lucida Sans Unicode"/>
                <a:cs typeface="Lucida Sans Unicode"/>
              </a:rPr>
              <a:t>lácteos</a:t>
            </a:r>
            <a:endParaRPr sz="190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5569113" y="1"/>
            <a:ext cx="2051050" cy="2642235"/>
            <a:chOff x="5569113" y="1"/>
            <a:chExt cx="2051050" cy="2642235"/>
          </a:xfrm>
        </p:grpSpPr>
        <p:sp>
          <p:nvSpPr>
            <p:cNvPr id="3" name="object 3"/>
            <p:cNvSpPr/>
            <p:nvPr/>
          </p:nvSpPr>
          <p:spPr>
            <a:xfrm>
              <a:off x="6803821" y="1"/>
              <a:ext cx="816610" cy="1794510"/>
            </a:xfrm>
            <a:custGeom>
              <a:avLst/>
              <a:gdLst/>
              <a:ahLst/>
              <a:cxnLst/>
              <a:rect l="l" t="t" r="r" b="b"/>
              <a:pathLst>
                <a:path w="816609" h="1794510">
                  <a:moveTo>
                    <a:pt x="579113" y="0"/>
                  </a:moveTo>
                  <a:lnTo>
                    <a:pt x="816177" y="141621"/>
                  </a:lnTo>
                  <a:lnTo>
                    <a:pt x="816177" y="1700558"/>
                  </a:lnTo>
                  <a:lnTo>
                    <a:pt x="446807" y="1793924"/>
                  </a:lnTo>
                  <a:lnTo>
                    <a:pt x="0" y="17075"/>
                  </a:lnTo>
                  <a:lnTo>
                    <a:pt x="67554" y="0"/>
                  </a:lnTo>
                  <a:lnTo>
                    <a:pt x="579113" y="0"/>
                  </a:lnTo>
                  <a:close/>
                </a:path>
              </a:pathLst>
            </a:custGeom>
            <a:solidFill>
              <a:srgbClr val="FFDE5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6514740" y="1712025"/>
              <a:ext cx="746125" cy="746760"/>
            </a:xfrm>
            <a:custGeom>
              <a:avLst/>
              <a:gdLst/>
              <a:ahLst/>
              <a:cxnLst/>
              <a:rect l="l" t="t" r="r" b="b"/>
              <a:pathLst>
                <a:path w="746125" h="746760">
                  <a:moveTo>
                    <a:pt x="595838" y="0"/>
                  </a:moveTo>
                  <a:lnTo>
                    <a:pt x="745709" y="596370"/>
                  </a:lnTo>
                  <a:lnTo>
                    <a:pt x="149740" y="746738"/>
                  </a:lnTo>
                  <a:lnTo>
                    <a:pt x="0" y="150886"/>
                  </a:lnTo>
                  <a:lnTo>
                    <a:pt x="595838" y="0"/>
                  </a:lnTo>
                  <a:close/>
                </a:path>
              </a:pathLst>
            </a:custGeom>
            <a:solidFill>
              <a:srgbClr val="FFDE58">
                <a:alpha val="7175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6827387" y="1265304"/>
              <a:ext cx="793115" cy="1376680"/>
            </a:xfrm>
            <a:custGeom>
              <a:avLst/>
              <a:gdLst/>
              <a:ahLst/>
              <a:cxnLst/>
              <a:rect l="l" t="t" r="r" b="b"/>
              <a:pathLst>
                <a:path w="793115" h="1376680">
                  <a:moveTo>
                    <a:pt x="792611" y="0"/>
                  </a:moveTo>
                  <a:lnTo>
                    <a:pt x="792611" y="567323"/>
                  </a:lnTo>
                  <a:lnTo>
                    <a:pt x="311458" y="1372740"/>
                  </a:lnTo>
                  <a:lnTo>
                    <a:pt x="295892" y="1376674"/>
                  </a:lnTo>
                  <a:lnTo>
                    <a:pt x="0" y="200348"/>
                  </a:lnTo>
                  <a:lnTo>
                    <a:pt x="792611" y="0"/>
                  </a:lnTo>
                  <a:close/>
                </a:path>
              </a:pathLst>
            </a:custGeom>
            <a:solidFill>
              <a:srgbClr val="236575">
                <a:alpha val="7175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5569113" y="1"/>
              <a:ext cx="2051050" cy="1278255"/>
            </a:xfrm>
            <a:custGeom>
              <a:avLst/>
              <a:gdLst/>
              <a:ahLst/>
              <a:cxnLst/>
              <a:rect l="l" t="t" r="r" b="b"/>
              <a:pathLst>
                <a:path w="2051050" h="1278255">
                  <a:moveTo>
                    <a:pt x="1813821" y="0"/>
                  </a:moveTo>
                  <a:lnTo>
                    <a:pt x="1871770" y="34618"/>
                  </a:lnTo>
                  <a:lnTo>
                    <a:pt x="2050885" y="747356"/>
                  </a:lnTo>
                  <a:lnTo>
                    <a:pt x="2050885" y="840542"/>
                  </a:lnTo>
                  <a:lnTo>
                    <a:pt x="321056" y="1278060"/>
                  </a:lnTo>
                  <a:lnTo>
                    <a:pt x="0" y="0"/>
                  </a:lnTo>
                  <a:lnTo>
                    <a:pt x="1813821" y="0"/>
                  </a:lnTo>
                  <a:close/>
                </a:path>
              </a:pathLst>
            </a:custGeom>
            <a:solidFill>
              <a:srgbClr val="F1B501">
                <a:alpha val="7175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6552594" y="1"/>
              <a:ext cx="966469" cy="306070"/>
            </a:xfrm>
            <a:custGeom>
              <a:avLst/>
              <a:gdLst/>
              <a:ahLst/>
              <a:cxnLst/>
              <a:rect l="l" t="t" r="r" b="b"/>
              <a:pathLst>
                <a:path w="966470" h="306070">
                  <a:moveTo>
                    <a:pt x="830340" y="0"/>
                  </a:moveTo>
                  <a:lnTo>
                    <a:pt x="966204" y="81164"/>
                  </a:lnTo>
                  <a:lnTo>
                    <a:pt x="76888" y="305957"/>
                  </a:lnTo>
                  <a:lnTo>
                    <a:pt x="0" y="0"/>
                  </a:lnTo>
                  <a:lnTo>
                    <a:pt x="830340" y="0"/>
                  </a:lnTo>
                  <a:close/>
                </a:path>
              </a:pathLst>
            </a:custGeom>
            <a:solidFill>
              <a:srgbClr val="FEFEFE">
                <a:alpha val="7175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857999" y="15312"/>
              <a:ext cx="761999" cy="742949"/>
            </a:xfrm>
            <a:prstGeom prst="rect">
              <a:avLst/>
            </a:prstGeom>
          </p:spPr>
        </p:pic>
      </p:grpSp>
      <p:sp>
        <p:nvSpPr>
          <p:cNvPr id="9" name="object 9"/>
          <p:cNvSpPr/>
          <p:nvPr/>
        </p:nvSpPr>
        <p:spPr>
          <a:xfrm>
            <a:off x="3886813" y="5985292"/>
            <a:ext cx="485775" cy="393065"/>
          </a:xfrm>
          <a:custGeom>
            <a:avLst/>
            <a:gdLst/>
            <a:ahLst/>
            <a:cxnLst/>
            <a:rect l="l" t="t" r="r" b="b"/>
            <a:pathLst>
              <a:path w="485775" h="393064">
                <a:moveTo>
                  <a:pt x="92597" y="342189"/>
                </a:moveTo>
                <a:lnTo>
                  <a:pt x="51401" y="300994"/>
                </a:lnTo>
                <a:lnTo>
                  <a:pt x="22600" y="263073"/>
                </a:lnTo>
                <a:lnTo>
                  <a:pt x="5498" y="220394"/>
                </a:lnTo>
                <a:lnTo>
                  <a:pt x="0" y="175372"/>
                </a:lnTo>
                <a:lnTo>
                  <a:pt x="6006" y="130421"/>
                </a:lnTo>
                <a:lnTo>
                  <a:pt x="23421" y="87957"/>
                </a:lnTo>
                <a:lnTo>
                  <a:pt x="52146" y="50395"/>
                </a:lnTo>
                <a:lnTo>
                  <a:pt x="93779" y="19649"/>
                </a:lnTo>
                <a:lnTo>
                  <a:pt x="140955" y="2856"/>
                </a:lnTo>
                <a:lnTo>
                  <a:pt x="190505" y="0"/>
                </a:lnTo>
                <a:lnTo>
                  <a:pt x="239257" y="11061"/>
                </a:lnTo>
                <a:lnTo>
                  <a:pt x="284040" y="36024"/>
                </a:lnTo>
                <a:lnTo>
                  <a:pt x="307658" y="52898"/>
                </a:lnTo>
                <a:lnTo>
                  <a:pt x="339071" y="73032"/>
                </a:lnTo>
                <a:lnTo>
                  <a:pt x="374513" y="93084"/>
                </a:lnTo>
                <a:lnTo>
                  <a:pt x="424174" y="116281"/>
                </a:lnTo>
                <a:lnTo>
                  <a:pt x="435050" y="125141"/>
                </a:lnTo>
                <a:lnTo>
                  <a:pt x="425879" y="162710"/>
                </a:lnTo>
                <a:lnTo>
                  <a:pt x="396698" y="174834"/>
                </a:lnTo>
                <a:lnTo>
                  <a:pt x="380727" y="174004"/>
                </a:lnTo>
                <a:lnTo>
                  <a:pt x="356444" y="168624"/>
                </a:lnTo>
                <a:lnTo>
                  <a:pt x="327372" y="155686"/>
                </a:lnTo>
                <a:lnTo>
                  <a:pt x="297035" y="132178"/>
                </a:lnTo>
                <a:lnTo>
                  <a:pt x="269103" y="104246"/>
                </a:lnTo>
                <a:lnTo>
                  <a:pt x="261591" y="99972"/>
                </a:lnTo>
                <a:lnTo>
                  <a:pt x="256065" y="101569"/>
                </a:lnTo>
                <a:lnTo>
                  <a:pt x="254467" y="107095"/>
                </a:lnTo>
                <a:lnTo>
                  <a:pt x="258742" y="114607"/>
                </a:lnTo>
                <a:lnTo>
                  <a:pt x="473520" y="329385"/>
                </a:lnTo>
                <a:lnTo>
                  <a:pt x="480729" y="338722"/>
                </a:lnTo>
                <a:lnTo>
                  <a:pt x="485667" y="351448"/>
                </a:lnTo>
                <a:lnTo>
                  <a:pt x="484914" y="366254"/>
                </a:lnTo>
                <a:lnTo>
                  <a:pt x="475051" y="381832"/>
                </a:lnTo>
                <a:lnTo>
                  <a:pt x="459379" y="391887"/>
                </a:lnTo>
                <a:lnTo>
                  <a:pt x="444371" y="393050"/>
                </a:lnTo>
                <a:lnTo>
                  <a:pt x="431369" y="388444"/>
                </a:lnTo>
                <a:lnTo>
                  <a:pt x="421713" y="381191"/>
                </a:lnTo>
                <a:lnTo>
                  <a:pt x="293811" y="253289"/>
                </a:lnTo>
                <a:lnTo>
                  <a:pt x="294111" y="258161"/>
                </a:lnTo>
                <a:lnTo>
                  <a:pt x="293113" y="269819"/>
                </a:lnTo>
                <a:lnTo>
                  <a:pt x="287967" y="283822"/>
                </a:lnTo>
                <a:lnTo>
                  <a:pt x="275824" y="295729"/>
                </a:lnTo>
                <a:lnTo>
                  <a:pt x="257067" y="301746"/>
                </a:lnTo>
                <a:lnTo>
                  <a:pt x="241431" y="300509"/>
                </a:lnTo>
                <a:lnTo>
                  <a:pt x="230724" y="296488"/>
                </a:lnTo>
                <a:lnTo>
                  <a:pt x="226753" y="294154"/>
                </a:lnTo>
                <a:lnTo>
                  <a:pt x="227600" y="298412"/>
                </a:lnTo>
                <a:lnTo>
                  <a:pt x="227474" y="308719"/>
                </a:lnTo>
                <a:lnTo>
                  <a:pt x="222373" y="321377"/>
                </a:lnTo>
                <a:lnTo>
                  <a:pt x="208297" y="332684"/>
                </a:lnTo>
                <a:lnTo>
                  <a:pt x="188990" y="337147"/>
                </a:lnTo>
                <a:lnTo>
                  <a:pt x="173953" y="333994"/>
                </a:lnTo>
                <a:lnTo>
                  <a:pt x="164192" y="328345"/>
                </a:lnTo>
                <a:lnTo>
                  <a:pt x="160715" y="325325"/>
                </a:lnTo>
                <a:lnTo>
                  <a:pt x="161410" y="328720"/>
                </a:lnTo>
                <a:lnTo>
                  <a:pt x="161118" y="336915"/>
                </a:lnTo>
                <a:lnTo>
                  <a:pt x="156272" y="346925"/>
                </a:lnTo>
                <a:lnTo>
                  <a:pt x="143308" y="355765"/>
                </a:lnTo>
                <a:lnTo>
                  <a:pt x="125481" y="357589"/>
                </a:lnTo>
                <a:lnTo>
                  <a:pt x="109150" y="352484"/>
                </a:lnTo>
                <a:lnTo>
                  <a:pt x="97219" y="345625"/>
                </a:lnTo>
                <a:lnTo>
                  <a:pt x="92597" y="342189"/>
                </a:lnTo>
                <a:close/>
              </a:path>
            </a:pathLst>
          </a:custGeom>
          <a:solidFill>
            <a:srgbClr val="FDECC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388263" y="5680401"/>
            <a:ext cx="3303270" cy="43592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5100"/>
              </a:lnSpc>
              <a:spcBef>
                <a:spcPts val="100"/>
              </a:spcBef>
            </a:pPr>
            <a:r>
              <a:rPr sz="190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Mantén</a:t>
            </a:r>
            <a:r>
              <a:rPr sz="1900" spc="-9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900" spc="95" dirty="0">
                <a:solidFill>
                  <a:srgbClr val="FFFFFF"/>
                </a:solidFill>
                <a:latin typeface="Lucida Sans Unicode"/>
                <a:cs typeface="Lucida Sans Unicode"/>
              </a:rPr>
              <a:t>una</a:t>
            </a:r>
            <a:r>
              <a:rPr sz="1900" spc="-9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900" spc="80" dirty="0">
                <a:solidFill>
                  <a:srgbClr val="FFFFFF"/>
                </a:solidFill>
                <a:latin typeface="Lucida Sans Unicode"/>
                <a:cs typeface="Lucida Sans Unicode"/>
              </a:rPr>
              <a:t>buena </a:t>
            </a:r>
            <a:r>
              <a:rPr sz="190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alineación</a:t>
            </a:r>
            <a:r>
              <a:rPr sz="1900" spc="-10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900" spc="85" dirty="0">
                <a:solidFill>
                  <a:srgbClr val="FFFFFF"/>
                </a:solidFill>
                <a:latin typeface="Lucida Sans Unicode"/>
                <a:cs typeface="Lucida Sans Unicode"/>
              </a:rPr>
              <a:t>de</a:t>
            </a:r>
            <a:r>
              <a:rPr sz="1900" spc="-9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900" spc="65" dirty="0">
                <a:solidFill>
                  <a:srgbClr val="FFFFFF"/>
                </a:solidFill>
                <a:latin typeface="Lucida Sans Unicode"/>
                <a:cs typeface="Lucida Sans Unicode"/>
              </a:rPr>
              <a:t>la</a:t>
            </a:r>
            <a:r>
              <a:rPr sz="1900" spc="-9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900" spc="70" dirty="0">
                <a:solidFill>
                  <a:srgbClr val="FFFFFF"/>
                </a:solidFill>
                <a:latin typeface="Lucida Sans Unicode"/>
                <a:cs typeface="Lucida Sans Unicode"/>
              </a:rPr>
              <a:t>columna </a:t>
            </a:r>
            <a:r>
              <a:rPr sz="1900" dirty="0">
                <a:solidFill>
                  <a:srgbClr val="FFFFFF"/>
                </a:solidFill>
                <a:latin typeface="Lucida Sans Unicode"/>
                <a:cs typeface="Lucida Sans Unicode"/>
              </a:rPr>
              <a:t>vertebral:</a:t>
            </a:r>
            <a:r>
              <a:rPr sz="1900" spc="-5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900" dirty="0">
                <a:solidFill>
                  <a:srgbClr val="FFFFFF"/>
                </a:solidFill>
                <a:latin typeface="Lucida Sans Unicode"/>
                <a:cs typeface="Lucida Sans Unicode"/>
              </a:rPr>
              <a:t>La</a:t>
            </a:r>
            <a:r>
              <a:rPr sz="1900" spc="-4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900" spc="70" dirty="0">
                <a:solidFill>
                  <a:srgbClr val="FFFFFF"/>
                </a:solidFill>
                <a:latin typeface="Lucida Sans Unicode"/>
                <a:cs typeface="Lucida Sans Unicode"/>
              </a:rPr>
              <a:t>columna </a:t>
            </a:r>
            <a:r>
              <a:rPr sz="1900" dirty="0">
                <a:solidFill>
                  <a:srgbClr val="FFFFFF"/>
                </a:solidFill>
                <a:latin typeface="Lucida Sans Unicode"/>
                <a:cs typeface="Lucida Sans Unicode"/>
              </a:rPr>
              <a:t>vertebral</a:t>
            </a:r>
            <a:r>
              <a:rPr sz="1900" spc="4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900" spc="85" dirty="0">
                <a:solidFill>
                  <a:srgbClr val="FFFFFF"/>
                </a:solidFill>
                <a:latin typeface="Lucida Sans Unicode"/>
                <a:cs typeface="Lucida Sans Unicode"/>
              </a:rPr>
              <a:t>debe</a:t>
            </a:r>
            <a:r>
              <a:rPr sz="1900" spc="4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900" spc="-20" dirty="0">
                <a:solidFill>
                  <a:srgbClr val="FFFFFF"/>
                </a:solidFill>
                <a:latin typeface="Lucida Sans Unicode"/>
                <a:cs typeface="Lucida Sans Unicode"/>
              </a:rPr>
              <a:t>estar </a:t>
            </a:r>
            <a:r>
              <a:rPr sz="1900" spc="50" dirty="0">
                <a:solidFill>
                  <a:srgbClr val="FFFFFF"/>
                </a:solidFill>
                <a:latin typeface="Lucida Sans Unicode"/>
                <a:cs typeface="Lucida Sans Unicode"/>
              </a:rPr>
              <a:t>alineada,</a:t>
            </a:r>
            <a:r>
              <a:rPr sz="1900" spc="-9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900" spc="85" dirty="0">
                <a:solidFill>
                  <a:srgbClr val="FFFFFF"/>
                </a:solidFill>
                <a:latin typeface="Lucida Sans Unicode"/>
                <a:cs typeface="Lucida Sans Unicode"/>
              </a:rPr>
              <a:t>de</a:t>
            </a:r>
            <a:r>
              <a:rPr sz="1900" spc="-9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90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forma</a:t>
            </a:r>
            <a:r>
              <a:rPr sz="1900" spc="-9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9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natural, </a:t>
            </a:r>
            <a:r>
              <a:rPr sz="1900" spc="80" dirty="0">
                <a:solidFill>
                  <a:srgbClr val="FFFFFF"/>
                </a:solidFill>
                <a:latin typeface="Lucida Sans Unicode"/>
                <a:cs typeface="Lucida Sans Unicode"/>
              </a:rPr>
              <a:t>con</a:t>
            </a:r>
            <a:r>
              <a:rPr sz="1900" spc="-9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900" spc="50" dirty="0">
                <a:solidFill>
                  <a:srgbClr val="FFFFFF"/>
                </a:solidFill>
                <a:latin typeface="Lucida Sans Unicode"/>
                <a:cs typeface="Lucida Sans Unicode"/>
              </a:rPr>
              <a:t>las</a:t>
            </a:r>
            <a:r>
              <a:rPr sz="1900" spc="-9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900" spc="70" dirty="0">
                <a:solidFill>
                  <a:srgbClr val="FFFFFF"/>
                </a:solidFill>
                <a:latin typeface="Lucida Sans Unicode"/>
                <a:cs typeface="Lucida Sans Unicode"/>
              </a:rPr>
              <a:t>curvas</a:t>
            </a:r>
            <a:r>
              <a:rPr sz="1900" spc="-9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900" spc="35" dirty="0">
                <a:solidFill>
                  <a:srgbClr val="FFFFFF"/>
                </a:solidFill>
                <a:latin typeface="Lucida Sans Unicode"/>
                <a:cs typeface="Lucida Sans Unicode"/>
              </a:rPr>
              <a:t>naturales </a:t>
            </a:r>
            <a:r>
              <a:rPr sz="1900" spc="85" dirty="0">
                <a:solidFill>
                  <a:srgbClr val="FFFFFF"/>
                </a:solidFill>
                <a:latin typeface="Lucida Sans Unicode"/>
                <a:cs typeface="Lucida Sans Unicode"/>
              </a:rPr>
              <a:t>de</a:t>
            </a:r>
            <a:r>
              <a:rPr sz="1900" spc="-9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900" spc="65" dirty="0">
                <a:solidFill>
                  <a:srgbClr val="FFFFFF"/>
                </a:solidFill>
                <a:latin typeface="Lucida Sans Unicode"/>
                <a:cs typeface="Lucida Sans Unicode"/>
              </a:rPr>
              <a:t>la</a:t>
            </a:r>
            <a:r>
              <a:rPr sz="1900" spc="-9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900" spc="45" dirty="0">
                <a:solidFill>
                  <a:srgbClr val="FFFFFF"/>
                </a:solidFill>
                <a:latin typeface="Lucida Sans Unicode"/>
                <a:cs typeface="Lucida Sans Unicode"/>
              </a:rPr>
              <a:t>columna.</a:t>
            </a:r>
            <a:r>
              <a:rPr sz="1900" spc="-9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900" spc="-20" dirty="0">
                <a:solidFill>
                  <a:srgbClr val="FFFFFF"/>
                </a:solidFill>
                <a:latin typeface="Lucida Sans Unicode"/>
                <a:cs typeface="Lucida Sans Unicode"/>
              </a:rPr>
              <a:t>Evita </a:t>
            </a:r>
            <a:r>
              <a:rPr sz="190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encorvarte</a:t>
            </a:r>
            <a:r>
              <a:rPr sz="1900" spc="-7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900" dirty="0">
                <a:solidFill>
                  <a:srgbClr val="FFFFFF"/>
                </a:solidFill>
                <a:latin typeface="Lucida Sans Unicode"/>
                <a:cs typeface="Lucida Sans Unicode"/>
              </a:rPr>
              <a:t>o</a:t>
            </a:r>
            <a:r>
              <a:rPr sz="1900" spc="-7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9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inclinarte </a:t>
            </a:r>
            <a:r>
              <a:rPr sz="1900" spc="110" dirty="0">
                <a:solidFill>
                  <a:srgbClr val="FFFFFF"/>
                </a:solidFill>
                <a:latin typeface="Lucida Sans Unicode"/>
                <a:cs typeface="Lucida Sans Unicode"/>
              </a:rPr>
              <a:t>hacia</a:t>
            </a:r>
            <a:r>
              <a:rPr sz="1900" spc="-7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900" spc="75" dirty="0">
                <a:solidFill>
                  <a:srgbClr val="FFFFFF"/>
                </a:solidFill>
                <a:latin typeface="Lucida Sans Unicode"/>
                <a:cs typeface="Lucida Sans Unicode"/>
              </a:rPr>
              <a:t>adelante</a:t>
            </a:r>
            <a:r>
              <a:rPr sz="1900" spc="-7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900" dirty="0">
                <a:solidFill>
                  <a:srgbClr val="FFFFFF"/>
                </a:solidFill>
                <a:latin typeface="Lucida Sans Unicode"/>
                <a:cs typeface="Lucida Sans Unicode"/>
              </a:rPr>
              <a:t>o</a:t>
            </a:r>
            <a:r>
              <a:rPr sz="1900" spc="-7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900" spc="90" dirty="0">
                <a:solidFill>
                  <a:srgbClr val="FFFFFF"/>
                </a:solidFill>
                <a:latin typeface="Lucida Sans Unicode"/>
                <a:cs typeface="Lucida Sans Unicode"/>
              </a:rPr>
              <a:t>hacia </a:t>
            </a:r>
            <a:r>
              <a:rPr sz="1900" spc="70" dirty="0">
                <a:solidFill>
                  <a:srgbClr val="FFFFFF"/>
                </a:solidFill>
                <a:latin typeface="Lucida Sans Unicode"/>
                <a:cs typeface="Lucida Sans Unicode"/>
              </a:rPr>
              <a:t>atrás</a:t>
            </a:r>
            <a:r>
              <a:rPr sz="1900" spc="-9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900" spc="50" dirty="0">
                <a:solidFill>
                  <a:srgbClr val="FFFFFF"/>
                </a:solidFill>
                <a:latin typeface="Lucida Sans Unicode"/>
                <a:cs typeface="Lucida Sans Unicode"/>
              </a:rPr>
              <a:t>durante</a:t>
            </a:r>
            <a:r>
              <a:rPr sz="1900" spc="-9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90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actividades </a:t>
            </a:r>
            <a:r>
              <a:rPr sz="1900" spc="105" dirty="0">
                <a:solidFill>
                  <a:srgbClr val="FFFFFF"/>
                </a:solidFill>
                <a:latin typeface="Lucida Sans Unicode"/>
                <a:cs typeface="Lucida Sans Unicode"/>
              </a:rPr>
              <a:t>como</a:t>
            </a:r>
            <a:r>
              <a:rPr sz="190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900" dirty="0">
                <a:solidFill>
                  <a:srgbClr val="FFFFFF"/>
                </a:solidFill>
                <a:latin typeface="Lucida Sans Unicode"/>
                <a:cs typeface="Lucida Sans Unicode"/>
              </a:rPr>
              <a:t>estar</a:t>
            </a:r>
            <a:r>
              <a:rPr sz="190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900" dirty="0">
                <a:solidFill>
                  <a:srgbClr val="FFFFFF"/>
                </a:solidFill>
                <a:latin typeface="Lucida Sans Unicode"/>
                <a:cs typeface="Lucida Sans Unicode"/>
              </a:rPr>
              <a:t>sentado,</a:t>
            </a:r>
            <a:r>
              <a:rPr sz="1900" spc="60" dirty="0">
                <a:solidFill>
                  <a:srgbClr val="FFFFFF"/>
                </a:solidFill>
                <a:latin typeface="Lucida Sans Unicode"/>
                <a:cs typeface="Lucida Sans Unicode"/>
              </a:rPr>
              <a:t> de</a:t>
            </a:r>
            <a:r>
              <a:rPr sz="1900" spc="50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900" dirty="0">
                <a:solidFill>
                  <a:srgbClr val="FFFFFF"/>
                </a:solidFill>
                <a:latin typeface="Lucida Sans Unicode"/>
                <a:cs typeface="Lucida Sans Unicode"/>
              </a:rPr>
              <a:t>pie</a:t>
            </a:r>
            <a:r>
              <a:rPr sz="1900" spc="-5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900" dirty="0">
                <a:solidFill>
                  <a:srgbClr val="FFFFFF"/>
                </a:solidFill>
                <a:latin typeface="Lucida Sans Unicode"/>
                <a:cs typeface="Lucida Sans Unicode"/>
              </a:rPr>
              <a:t>o</a:t>
            </a:r>
            <a:r>
              <a:rPr sz="1900" spc="-5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90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levantar</a:t>
            </a:r>
            <a:r>
              <a:rPr sz="1900" spc="-5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9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objetos pesados.</a:t>
            </a:r>
            <a:endParaRPr sz="1900">
              <a:latin typeface="Lucida Sans Unicode"/>
              <a:cs typeface="Lucida Sans Unicode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88263" y="10556643"/>
            <a:ext cx="3101975" cy="40259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5100"/>
              </a:lnSpc>
              <a:spcBef>
                <a:spcPts val="100"/>
              </a:spcBef>
            </a:pPr>
            <a:r>
              <a:rPr sz="1900" dirty="0">
                <a:solidFill>
                  <a:srgbClr val="FFFFFF"/>
                </a:solidFill>
                <a:latin typeface="Lucida Sans Unicode"/>
                <a:cs typeface="Lucida Sans Unicode"/>
              </a:rPr>
              <a:t>Realiza</a:t>
            </a:r>
            <a:r>
              <a:rPr sz="1900" spc="-5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900" spc="95" dirty="0">
                <a:solidFill>
                  <a:srgbClr val="FFFFFF"/>
                </a:solidFill>
                <a:latin typeface="Lucida Sans Unicode"/>
                <a:cs typeface="Lucida Sans Unicode"/>
              </a:rPr>
              <a:t>pausas</a:t>
            </a:r>
            <a:r>
              <a:rPr sz="1900" spc="-5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900" spc="25" dirty="0">
                <a:solidFill>
                  <a:srgbClr val="FFFFFF"/>
                </a:solidFill>
                <a:latin typeface="Lucida Sans Unicode"/>
                <a:cs typeface="Lucida Sans Unicode"/>
              </a:rPr>
              <a:t>y </a:t>
            </a:r>
            <a:r>
              <a:rPr sz="1900" dirty="0">
                <a:solidFill>
                  <a:srgbClr val="FFFFFF"/>
                </a:solidFill>
                <a:latin typeface="Lucida Sans Unicode"/>
                <a:cs typeface="Lucida Sans Unicode"/>
              </a:rPr>
              <a:t>estiramientos:</a:t>
            </a:r>
            <a:r>
              <a:rPr sz="1900" spc="-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900" dirty="0">
                <a:solidFill>
                  <a:srgbClr val="FFFFFF"/>
                </a:solidFill>
                <a:latin typeface="Lucida Sans Unicode"/>
                <a:cs typeface="Lucida Sans Unicode"/>
              </a:rPr>
              <a:t>Si</a:t>
            </a:r>
            <a:r>
              <a:rPr sz="1900" spc="-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9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realizas </a:t>
            </a:r>
            <a:r>
              <a:rPr sz="1900" spc="65" dirty="0">
                <a:solidFill>
                  <a:srgbClr val="FFFFFF"/>
                </a:solidFill>
                <a:latin typeface="Lucida Sans Unicode"/>
                <a:cs typeface="Lucida Sans Unicode"/>
              </a:rPr>
              <a:t>actividades</a:t>
            </a:r>
            <a:r>
              <a:rPr sz="1900" spc="-9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9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prolongadas, </a:t>
            </a:r>
            <a:r>
              <a:rPr sz="1900" spc="105" dirty="0">
                <a:solidFill>
                  <a:srgbClr val="FFFFFF"/>
                </a:solidFill>
                <a:latin typeface="Lucida Sans Unicode"/>
                <a:cs typeface="Lucida Sans Unicode"/>
              </a:rPr>
              <a:t>como</a:t>
            </a:r>
            <a:r>
              <a:rPr sz="190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900" dirty="0">
                <a:solidFill>
                  <a:srgbClr val="FFFFFF"/>
                </a:solidFill>
                <a:latin typeface="Lucida Sans Unicode"/>
                <a:cs typeface="Lucida Sans Unicode"/>
              </a:rPr>
              <a:t>estar</a:t>
            </a:r>
            <a:r>
              <a:rPr sz="1900" spc="2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900" spc="50" dirty="0">
                <a:solidFill>
                  <a:srgbClr val="FFFFFF"/>
                </a:solidFill>
                <a:latin typeface="Lucida Sans Unicode"/>
                <a:cs typeface="Lucida Sans Unicode"/>
              </a:rPr>
              <a:t>sentado durante</a:t>
            </a:r>
            <a:r>
              <a:rPr sz="1900" spc="-1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900" spc="90" dirty="0">
                <a:solidFill>
                  <a:srgbClr val="FFFFFF"/>
                </a:solidFill>
                <a:latin typeface="Lucida Sans Unicode"/>
                <a:cs typeface="Lucida Sans Unicode"/>
              </a:rPr>
              <a:t>mucho</a:t>
            </a:r>
            <a:r>
              <a:rPr sz="1900" spc="-1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900" dirty="0">
                <a:solidFill>
                  <a:srgbClr val="FFFFFF"/>
                </a:solidFill>
                <a:latin typeface="Lucida Sans Unicode"/>
                <a:cs typeface="Lucida Sans Unicode"/>
              </a:rPr>
              <a:t>tiempo</a:t>
            </a:r>
            <a:r>
              <a:rPr sz="19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900" spc="-50" dirty="0">
                <a:solidFill>
                  <a:srgbClr val="FFFFFF"/>
                </a:solidFill>
                <a:latin typeface="Lucida Sans Unicode"/>
                <a:cs typeface="Lucida Sans Unicode"/>
              </a:rPr>
              <a:t>o </a:t>
            </a:r>
            <a:r>
              <a:rPr sz="1900" dirty="0">
                <a:solidFill>
                  <a:srgbClr val="FFFFFF"/>
                </a:solidFill>
                <a:latin typeface="Lucida Sans Unicode"/>
                <a:cs typeface="Lucida Sans Unicode"/>
              </a:rPr>
              <a:t>realizar</a:t>
            </a:r>
            <a:r>
              <a:rPr sz="1900" spc="-114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9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movimientos </a:t>
            </a:r>
            <a:r>
              <a:rPr sz="1900" spc="-20" dirty="0">
                <a:solidFill>
                  <a:srgbClr val="FFFFFF"/>
                </a:solidFill>
                <a:latin typeface="Lucida Sans Unicode"/>
                <a:cs typeface="Lucida Sans Unicode"/>
              </a:rPr>
              <a:t>repetitivos,</a:t>
            </a:r>
            <a:r>
              <a:rPr sz="1900" spc="-4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900" spc="70" dirty="0">
                <a:solidFill>
                  <a:srgbClr val="FFFFFF"/>
                </a:solidFill>
                <a:latin typeface="Lucida Sans Unicode"/>
                <a:cs typeface="Lucida Sans Unicode"/>
              </a:rPr>
              <a:t>asegúrate</a:t>
            </a:r>
            <a:r>
              <a:rPr sz="1900" spc="-4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900" spc="60" dirty="0">
                <a:solidFill>
                  <a:srgbClr val="FFFFFF"/>
                </a:solidFill>
                <a:latin typeface="Lucida Sans Unicode"/>
                <a:cs typeface="Lucida Sans Unicode"/>
              </a:rPr>
              <a:t>de </a:t>
            </a:r>
            <a:r>
              <a:rPr sz="1900" spc="65" dirty="0">
                <a:solidFill>
                  <a:srgbClr val="FFFFFF"/>
                </a:solidFill>
                <a:latin typeface="Lucida Sans Unicode"/>
                <a:cs typeface="Lucida Sans Unicode"/>
              </a:rPr>
              <a:t>tomar</a:t>
            </a:r>
            <a:r>
              <a:rPr sz="1900" spc="-9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900" spc="95" dirty="0">
                <a:solidFill>
                  <a:srgbClr val="FFFFFF"/>
                </a:solidFill>
                <a:latin typeface="Lucida Sans Unicode"/>
                <a:cs typeface="Lucida Sans Unicode"/>
              </a:rPr>
              <a:t>pausas</a:t>
            </a:r>
            <a:r>
              <a:rPr sz="1900" spc="-9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900" spc="75" dirty="0">
                <a:solidFill>
                  <a:srgbClr val="FFFFFF"/>
                </a:solidFill>
                <a:latin typeface="Lucida Sans Unicode"/>
                <a:cs typeface="Lucida Sans Unicode"/>
              </a:rPr>
              <a:t>y</a:t>
            </a:r>
            <a:r>
              <a:rPr sz="1900" spc="-9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900" spc="70" dirty="0">
                <a:solidFill>
                  <a:srgbClr val="FFFFFF"/>
                </a:solidFill>
                <a:latin typeface="Lucida Sans Unicode"/>
                <a:cs typeface="Lucida Sans Unicode"/>
              </a:rPr>
              <a:t>hacer </a:t>
            </a:r>
            <a:r>
              <a:rPr sz="1900" dirty="0">
                <a:solidFill>
                  <a:srgbClr val="FFFFFF"/>
                </a:solidFill>
                <a:latin typeface="Lucida Sans Unicode"/>
                <a:cs typeface="Lucida Sans Unicode"/>
              </a:rPr>
              <a:t>estiramientos</a:t>
            </a:r>
            <a:r>
              <a:rPr sz="1900" spc="27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900" spc="90" dirty="0">
                <a:solidFill>
                  <a:srgbClr val="FFFFFF"/>
                </a:solidFill>
                <a:latin typeface="Lucida Sans Unicode"/>
                <a:cs typeface="Lucida Sans Unicode"/>
              </a:rPr>
              <a:t>para </a:t>
            </a:r>
            <a:r>
              <a:rPr sz="1900" spc="65" dirty="0">
                <a:solidFill>
                  <a:srgbClr val="FFFFFF"/>
                </a:solidFill>
                <a:latin typeface="Lucida Sans Unicode"/>
                <a:cs typeface="Lucida Sans Unicode"/>
              </a:rPr>
              <a:t>mantener</a:t>
            </a:r>
            <a:r>
              <a:rPr sz="1900" spc="-8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900" spc="65" dirty="0">
                <a:solidFill>
                  <a:srgbClr val="FFFFFF"/>
                </a:solidFill>
                <a:latin typeface="Lucida Sans Unicode"/>
                <a:cs typeface="Lucida Sans Unicode"/>
              </a:rPr>
              <a:t>la</a:t>
            </a:r>
            <a:r>
              <a:rPr sz="1900" spc="-7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900" spc="-25" dirty="0">
                <a:solidFill>
                  <a:srgbClr val="FFFFFF"/>
                </a:solidFill>
                <a:latin typeface="Lucida Sans Unicode"/>
                <a:cs typeface="Lucida Sans Unicode"/>
              </a:rPr>
              <a:t>flexibilidad</a:t>
            </a:r>
            <a:r>
              <a:rPr sz="1900" spc="-7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900" spc="25" dirty="0">
                <a:solidFill>
                  <a:srgbClr val="FFFFFF"/>
                </a:solidFill>
                <a:latin typeface="Lucida Sans Unicode"/>
                <a:cs typeface="Lucida Sans Unicode"/>
              </a:rPr>
              <a:t>y </a:t>
            </a:r>
            <a:r>
              <a:rPr sz="1900" dirty="0">
                <a:solidFill>
                  <a:srgbClr val="FFFFFF"/>
                </a:solidFill>
                <a:latin typeface="Lucida Sans Unicode"/>
                <a:cs typeface="Lucida Sans Unicode"/>
              </a:rPr>
              <a:t>reducir</a:t>
            </a:r>
            <a:r>
              <a:rPr sz="1900" spc="-3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900" spc="65" dirty="0">
                <a:solidFill>
                  <a:srgbClr val="FFFFFF"/>
                </a:solidFill>
                <a:latin typeface="Lucida Sans Unicode"/>
                <a:cs typeface="Lucida Sans Unicode"/>
              </a:rPr>
              <a:t>la</a:t>
            </a:r>
            <a:r>
              <a:rPr sz="1900" spc="-3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9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tensión </a:t>
            </a:r>
            <a:r>
              <a:rPr sz="1900" spc="50" dirty="0">
                <a:solidFill>
                  <a:srgbClr val="FFFFFF"/>
                </a:solidFill>
                <a:latin typeface="Lucida Sans Unicode"/>
                <a:cs typeface="Lucida Sans Unicode"/>
              </a:rPr>
              <a:t>muscular</a:t>
            </a:r>
            <a:endParaRPr sz="1900">
              <a:latin typeface="Lucida Sans Unicode"/>
              <a:cs typeface="Lucida Sans Unicode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067632" y="11264722"/>
            <a:ext cx="3305810" cy="36925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5100"/>
              </a:lnSpc>
              <a:spcBef>
                <a:spcPts val="100"/>
              </a:spcBef>
            </a:pPr>
            <a:r>
              <a:rPr sz="190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Mantén</a:t>
            </a:r>
            <a:r>
              <a:rPr sz="1900" spc="-9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900" spc="95" dirty="0">
                <a:solidFill>
                  <a:srgbClr val="FFFFFF"/>
                </a:solidFill>
                <a:latin typeface="Lucida Sans Unicode"/>
                <a:cs typeface="Lucida Sans Unicode"/>
              </a:rPr>
              <a:t>una</a:t>
            </a:r>
            <a:r>
              <a:rPr sz="1900" spc="-9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900" spc="80" dirty="0">
                <a:solidFill>
                  <a:srgbClr val="FFFFFF"/>
                </a:solidFill>
                <a:latin typeface="Lucida Sans Unicode"/>
                <a:cs typeface="Lucida Sans Unicode"/>
              </a:rPr>
              <a:t>buena</a:t>
            </a:r>
            <a:r>
              <a:rPr sz="1900" spc="50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900" dirty="0">
                <a:solidFill>
                  <a:srgbClr val="FFFFFF"/>
                </a:solidFill>
                <a:latin typeface="Lucida Sans Unicode"/>
                <a:cs typeface="Lucida Sans Unicode"/>
              </a:rPr>
              <a:t>postura</a:t>
            </a:r>
            <a:r>
              <a:rPr sz="1900" spc="-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900" spc="65" dirty="0">
                <a:solidFill>
                  <a:srgbClr val="FFFFFF"/>
                </a:solidFill>
                <a:latin typeface="Lucida Sans Unicode"/>
                <a:cs typeface="Lucida Sans Unicode"/>
              </a:rPr>
              <a:t>al</a:t>
            </a:r>
            <a:r>
              <a:rPr sz="19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900" spc="-25" dirty="0">
                <a:solidFill>
                  <a:srgbClr val="FFFFFF"/>
                </a:solidFill>
                <a:latin typeface="Lucida Sans Unicode"/>
                <a:cs typeface="Lucida Sans Unicode"/>
              </a:rPr>
              <a:t>dormir:</a:t>
            </a:r>
            <a:r>
              <a:rPr sz="19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900" spc="-60" dirty="0">
                <a:solidFill>
                  <a:srgbClr val="FFFFFF"/>
                </a:solidFill>
                <a:latin typeface="Lucida Sans Unicode"/>
                <a:cs typeface="Lucida Sans Unicode"/>
              </a:rPr>
              <a:t>Utiliza</a:t>
            </a:r>
            <a:r>
              <a:rPr sz="19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900" spc="-25" dirty="0">
                <a:solidFill>
                  <a:srgbClr val="FFFFFF"/>
                </a:solidFill>
                <a:latin typeface="Lucida Sans Unicode"/>
                <a:cs typeface="Lucida Sans Unicode"/>
              </a:rPr>
              <a:t>un </a:t>
            </a:r>
            <a:r>
              <a:rPr sz="190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colchón</a:t>
            </a:r>
            <a:r>
              <a:rPr sz="1900" spc="-9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900" spc="75" dirty="0">
                <a:solidFill>
                  <a:srgbClr val="FFFFFF"/>
                </a:solidFill>
                <a:latin typeface="Lucida Sans Unicode"/>
                <a:cs typeface="Lucida Sans Unicode"/>
              </a:rPr>
              <a:t>y</a:t>
            </a:r>
            <a:r>
              <a:rPr sz="1900" spc="-9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900" spc="95" dirty="0">
                <a:solidFill>
                  <a:srgbClr val="FFFFFF"/>
                </a:solidFill>
                <a:latin typeface="Lucida Sans Unicode"/>
                <a:cs typeface="Lucida Sans Unicode"/>
              </a:rPr>
              <a:t>una</a:t>
            </a:r>
            <a:r>
              <a:rPr sz="1900" spc="-9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900" spc="100" dirty="0">
                <a:solidFill>
                  <a:srgbClr val="FFFFFF"/>
                </a:solidFill>
                <a:latin typeface="Lucida Sans Unicode"/>
                <a:cs typeface="Lucida Sans Unicode"/>
              </a:rPr>
              <a:t>almohada </a:t>
            </a:r>
            <a:r>
              <a:rPr sz="1900" spc="105" dirty="0">
                <a:solidFill>
                  <a:srgbClr val="FFFFFF"/>
                </a:solidFill>
                <a:latin typeface="Lucida Sans Unicode"/>
                <a:cs typeface="Lucida Sans Unicode"/>
              </a:rPr>
              <a:t>adecuados</a:t>
            </a:r>
            <a:r>
              <a:rPr sz="1900" spc="-9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900" spc="65" dirty="0">
                <a:solidFill>
                  <a:srgbClr val="FFFFFF"/>
                </a:solidFill>
                <a:latin typeface="Lucida Sans Unicode"/>
                <a:cs typeface="Lucida Sans Unicode"/>
              </a:rPr>
              <a:t>que</a:t>
            </a:r>
            <a:r>
              <a:rPr sz="1900" spc="-9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900" spc="-25" dirty="0">
                <a:solidFill>
                  <a:srgbClr val="FFFFFF"/>
                </a:solidFill>
                <a:latin typeface="Lucida Sans Unicode"/>
                <a:cs typeface="Lucida Sans Unicode"/>
              </a:rPr>
              <a:t>te </a:t>
            </a:r>
            <a:r>
              <a:rPr sz="1900" dirty="0">
                <a:solidFill>
                  <a:srgbClr val="FFFFFF"/>
                </a:solidFill>
                <a:latin typeface="Lucida Sans Unicode"/>
                <a:cs typeface="Lucida Sans Unicode"/>
              </a:rPr>
              <a:t>proporcionen</a:t>
            </a:r>
            <a:r>
              <a:rPr sz="1900" spc="10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900" dirty="0">
                <a:solidFill>
                  <a:srgbClr val="FFFFFF"/>
                </a:solidFill>
                <a:latin typeface="Lucida Sans Unicode"/>
                <a:cs typeface="Lucida Sans Unicode"/>
              </a:rPr>
              <a:t>un</a:t>
            </a:r>
            <a:r>
              <a:rPr sz="1900" spc="11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900" spc="35" dirty="0">
                <a:solidFill>
                  <a:srgbClr val="FFFFFF"/>
                </a:solidFill>
                <a:latin typeface="Lucida Sans Unicode"/>
                <a:cs typeface="Lucida Sans Unicode"/>
              </a:rPr>
              <a:t>buen </a:t>
            </a:r>
            <a:r>
              <a:rPr sz="1900" dirty="0">
                <a:solidFill>
                  <a:srgbClr val="FFFFFF"/>
                </a:solidFill>
                <a:latin typeface="Lucida Sans Unicode"/>
                <a:cs typeface="Lucida Sans Unicode"/>
              </a:rPr>
              <a:t>soporte</a:t>
            </a:r>
            <a:r>
              <a:rPr sz="1900" spc="-3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900" spc="110" dirty="0">
                <a:solidFill>
                  <a:srgbClr val="FFFFFF"/>
                </a:solidFill>
                <a:latin typeface="Lucida Sans Unicode"/>
                <a:cs typeface="Lucida Sans Unicode"/>
              </a:rPr>
              <a:t>para</a:t>
            </a:r>
            <a:r>
              <a:rPr sz="1900" spc="-3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900" dirty="0">
                <a:solidFill>
                  <a:srgbClr val="FFFFFF"/>
                </a:solidFill>
                <a:latin typeface="Lucida Sans Unicode"/>
                <a:cs typeface="Lucida Sans Unicode"/>
              </a:rPr>
              <a:t>el</a:t>
            </a:r>
            <a:r>
              <a:rPr sz="1900" spc="-3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900" dirty="0">
                <a:solidFill>
                  <a:srgbClr val="FFFFFF"/>
                </a:solidFill>
                <a:latin typeface="Lucida Sans Unicode"/>
                <a:cs typeface="Lucida Sans Unicode"/>
              </a:rPr>
              <a:t>cuello</a:t>
            </a:r>
            <a:r>
              <a:rPr sz="1900" spc="-3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900" spc="75" dirty="0">
                <a:solidFill>
                  <a:srgbClr val="FFFFFF"/>
                </a:solidFill>
                <a:latin typeface="Lucida Sans Unicode"/>
                <a:cs typeface="Lucida Sans Unicode"/>
              </a:rPr>
              <a:t>y</a:t>
            </a:r>
            <a:r>
              <a:rPr sz="1900" spc="-3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900" spc="40" dirty="0">
                <a:solidFill>
                  <a:srgbClr val="FFFFFF"/>
                </a:solidFill>
                <a:latin typeface="Lucida Sans Unicode"/>
                <a:cs typeface="Lucida Sans Unicode"/>
              </a:rPr>
              <a:t>la </a:t>
            </a:r>
            <a:r>
              <a:rPr sz="1900" spc="85" dirty="0">
                <a:solidFill>
                  <a:srgbClr val="FFFFFF"/>
                </a:solidFill>
                <a:latin typeface="Lucida Sans Unicode"/>
                <a:cs typeface="Lucida Sans Unicode"/>
              </a:rPr>
              <a:t>espalda</a:t>
            </a:r>
            <a:r>
              <a:rPr sz="1900" spc="-8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9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mientras</a:t>
            </a:r>
            <a:r>
              <a:rPr sz="1900" spc="500" dirty="0">
                <a:solidFill>
                  <a:srgbClr val="FFFFFF"/>
                </a:solidFill>
                <a:latin typeface="Lucida Sans Unicode"/>
                <a:cs typeface="Lucida Sans Unicode"/>
              </a:rPr>
              <a:t>  </a:t>
            </a:r>
            <a:r>
              <a:rPr sz="1900" dirty="0">
                <a:solidFill>
                  <a:srgbClr val="FFFFFF"/>
                </a:solidFill>
                <a:latin typeface="Lucida Sans Unicode"/>
                <a:cs typeface="Lucida Sans Unicode"/>
              </a:rPr>
              <a:t>duermes.</a:t>
            </a:r>
            <a:r>
              <a:rPr sz="1900" spc="5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900" dirty="0">
                <a:solidFill>
                  <a:srgbClr val="FFFFFF"/>
                </a:solidFill>
                <a:latin typeface="Lucida Sans Unicode"/>
                <a:cs typeface="Lucida Sans Unicode"/>
              </a:rPr>
              <a:t>Evita</a:t>
            </a:r>
            <a:r>
              <a:rPr sz="190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9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dormir</a:t>
            </a:r>
            <a:r>
              <a:rPr sz="1900" spc="50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900" spc="125" dirty="0">
                <a:solidFill>
                  <a:srgbClr val="FFFFFF"/>
                </a:solidFill>
                <a:latin typeface="Lucida Sans Unicode"/>
                <a:cs typeface="Lucida Sans Unicode"/>
              </a:rPr>
              <a:t>boca</a:t>
            </a:r>
            <a:r>
              <a:rPr sz="1900" spc="-4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900" dirty="0">
                <a:solidFill>
                  <a:srgbClr val="FFFFFF"/>
                </a:solidFill>
                <a:latin typeface="Lucida Sans Unicode"/>
                <a:cs typeface="Lucida Sans Unicode"/>
              </a:rPr>
              <a:t>abajo,</a:t>
            </a:r>
            <a:r>
              <a:rPr sz="1900" spc="-3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900" spc="150" dirty="0">
                <a:solidFill>
                  <a:srgbClr val="FFFFFF"/>
                </a:solidFill>
                <a:latin typeface="Lucida Sans Unicode"/>
                <a:cs typeface="Lucida Sans Unicode"/>
              </a:rPr>
              <a:t>ya</a:t>
            </a:r>
            <a:r>
              <a:rPr sz="1900" spc="-4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900" spc="65" dirty="0">
                <a:solidFill>
                  <a:srgbClr val="FFFFFF"/>
                </a:solidFill>
                <a:latin typeface="Lucida Sans Unicode"/>
                <a:cs typeface="Lucida Sans Unicode"/>
              </a:rPr>
              <a:t>que</a:t>
            </a:r>
            <a:r>
              <a:rPr sz="1900" spc="-4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900" spc="50" dirty="0">
                <a:solidFill>
                  <a:srgbClr val="FFFFFF"/>
                </a:solidFill>
                <a:latin typeface="Lucida Sans Unicode"/>
                <a:cs typeface="Lucida Sans Unicode"/>
              </a:rPr>
              <a:t>puede </a:t>
            </a:r>
            <a:r>
              <a:rPr sz="190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generar</a:t>
            </a:r>
            <a:r>
              <a:rPr sz="1900" spc="-6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900" dirty="0">
                <a:solidFill>
                  <a:srgbClr val="FFFFFF"/>
                </a:solidFill>
                <a:latin typeface="Lucida Sans Unicode"/>
                <a:cs typeface="Lucida Sans Unicode"/>
              </a:rPr>
              <a:t>tensión</a:t>
            </a:r>
            <a:r>
              <a:rPr sz="1900" spc="-6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900" spc="65" dirty="0">
                <a:solidFill>
                  <a:srgbClr val="FFFFFF"/>
                </a:solidFill>
                <a:latin typeface="Lucida Sans Unicode"/>
                <a:cs typeface="Lucida Sans Unicode"/>
              </a:rPr>
              <a:t>en</a:t>
            </a:r>
            <a:r>
              <a:rPr sz="1900" spc="-6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900" spc="-25" dirty="0">
                <a:solidFill>
                  <a:srgbClr val="FFFFFF"/>
                </a:solidFill>
                <a:latin typeface="Lucida Sans Unicode"/>
                <a:cs typeface="Lucida Sans Unicode"/>
              </a:rPr>
              <a:t>el</a:t>
            </a:r>
            <a:r>
              <a:rPr sz="1900" spc="50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900" dirty="0">
                <a:solidFill>
                  <a:srgbClr val="FFFFFF"/>
                </a:solidFill>
                <a:latin typeface="Lucida Sans Unicode"/>
                <a:cs typeface="Lucida Sans Unicode"/>
              </a:rPr>
              <a:t>cuello</a:t>
            </a:r>
            <a:r>
              <a:rPr sz="1900" spc="-4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900" spc="75" dirty="0">
                <a:solidFill>
                  <a:srgbClr val="FFFFFF"/>
                </a:solidFill>
                <a:latin typeface="Lucida Sans Unicode"/>
                <a:cs typeface="Lucida Sans Unicode"/>
              </a:rPr>
              <a:t>y</a:t>
            </a:r>
            <a:r>
              <a:rPr sz="1900" spc="-4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900" spc="65" dirty="0">
                <a:solidFill>
                  <a:srgbClr val="FFFFFF"/>
                </a:solidFill>
                <a:latin typeface="Lucida Sans Unicode"/>
                <a:cs typeface="Lucida Sans Unicode"/>
              </a:rPr>
              <a:t>la</a:t>
            </a:r>
            <a:r>
              <a:rPr sz="1900" spc="-4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900" spc="75" dirty="0">
                <a:solidFill>
                  <a:srgbClr val="FFFFFF"/>
                </a:solidFill>
                <a:latin typeface="Lucida Sans Unicode"/>
                <a:cs typeface="Lucida Sans Unicode"/>
              </a:rPr>
              <a:t>espalda</a:t>
            </a:r>
            <a:endParaRPr sz="1900">
              <a:latin typeface="Lucida Sans Unicode"/>
              <a:cs typeface="Lucida Sans Unicode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1881851" y="17539540"/>
            <a:ext cx="3458210" cy="1510665"/>
            <a:chOff x="1881851" y="17539540"/>
            <a:chExt cx="3458210" cy="1510665"/>
          </a:xfrm>
        </p:grpSpPr>
        <p:sp>
          <p:nvSpPr>
            <p:cNvPr id="14" name="object 14"/>
            <p:cNvSpPr/>
            <p:nvPr/>
          </p:nvSpPr>
          <p:spPr>
            <a:xfrm>
              <a:off x="2231984" y="18417917"/>
              <a:ext cx="1465580" cy="632460"/>
            </a:xfrm>
            <a:custGeom>
              <a:avLst/>
              <a:gdLst/>
              <a:ahLst/>
              <a:cxnLst/>
              <a:rect l="l" t="t" r="r" b="b"/>
              <a:pathLst>
                <a:path w="1465579" h="632459">
                  <a:moveTo>
                    <a:pt x="1465462" y="632081"/>
                  </a:moveTo>
                  <a:lnTo>
                    <a:pt x="67907" y="632081"/>
                  </a:lnTo>
                  <a:lnTo>
                    <a:pt x="0" y="425870"/>
                  </a:lnTo>
                  <a:lnTo>
                    <a:pt x="214500" y="0"/>
                  </a:lnTo>
                  <a:lnTo>
                    <a:pt x="1465462" y="632081"/>
                  </a:lnTo>
                  <a:close/>
                </a:path>
              </a:pathLst>
            </a:custGeom>
            <a:solidFill>
              <a:srgbClr val="FFDE5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2051297" y="17539540"/>
              <a:ext cx="825500" cy="826769"/>
            </a:xfrm>
            <a:custGeom>
              <a:avLst/>
              <a:gdLst/>
              <a:ahLst/>
              <a:cxnLst/>
              <a:rect l="l" t="t" r="r" b="b"/>
              <a:pathLst>
                <a:path w="825500" h="826769">
                  <a:moveTo>
                    <a:pt x="548804" y="826193"/>
                  </a:moveTo>
                  <a:lnTo>
                    <a:pt x="0" y="548826"/>
                  </a:lnTo>
                  <a:lnTo>
                    <a:pt x="276729" y="0"/>
                  </a:lnTo>
                  <a:lnTo>
                    <a:pt x="825056" y="277126"/>
                  </a:lnTo>
                  <a:lnTo>
                    <a:pt x="548804" y="826193"/>
                  </a:lnTo>
                  <a:close/>
                </a:path>
              </a:pathLst>
            </a:custGeom>
            <a:solidFill>
              <a:srgbClr val="FFDE58">
                <a:alpha val="7175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1881851" y="17766222"/>
              <a:ext cx="1090295" cy="1283970"/>
            </a:xfrm>
            <a:custGeom>
              <a:avLst/>
              <a:gdLst/>
              <a:ahLst/>
              <a:cxnLst/>
              <a:rect l="l" t="t" r="r" b="b"/>
              <a:pathLst>
                <a:path w="1090295" h="1283969">
                  <a:moveTo>
                    <a:pt x="718756" y="1283776"/>
                  </a:moveTo>
                  <a:lnTo>
                    <a:pt x="418039" y="1283776"/>
                  </a:lnTo>
                  <a:lnTo>
                    <a:pt x="0" y="14339"/>
                  </a:lnTo>
                  <a:lnTo>
                    <a:pt x="7222" y="0"/>
                  </a:lnTo>
                  <a:lnTo>
                    <a:pt x="1089905" y="546892"/>
                  </a:lnTo>
                  <a:lnTo>
                    <a:pt x="718756" y="1283776"/>
                  </a:lnTo>
                  <a:close/>
                </a:path>
              </a:pathLst>
            </a:custGeom>
            <a:solidFill>
              <a:srgbClr val="236575">
                <a:alpha val="7175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3061601" y="17727786"/>
              <a:ext cx="2279015" cy="1322705"/>
            </a:xfrm>
            <a:custGeom>
              <a:avLst/>
              <a:gdLst/>
              <a:ahLst/>
              <a:cxnLst/>
              <a:rect l="l" t="t" r="r" b="b"/>
              <a:pathLst>
                <a:path w="2279015" h="1322705">
                  <a:moveTo>
                    <a:pt x="2023085" y="1322211"/>
                  </a:moveTo>
                  <a:lnTo>
                    <a:pt x="0" y="1322212"/>
                  </a:lnTo>
                  <a:lnTo>
                    <a:pt x="665773" y="0"/>
                  </a:lnTo>
                  <a:lnTo>
                    <a:pt x="2278393" y="815322"/>
                  </a:lnTo>
                  <a:lnTo>
                    <a:pt x="2023085" y="1322211"/>
                  </a:lnTo>
                  <a:close/>
                </a:path>
              </a:pathLst>
            </a:custGeom>
            <a:solidFill>
              <a:srgbClr val="F1B501">
                <a:alpha val="7175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3913805" y="18923156"/>
              <a:ext cx="314960" cy="127000"/>
            </a:xfrm>
            <a:custGeom>
              <a:avLst/>
              <a:gdLst/>
              <a:ahLst/>
              <a:cxnLst/>
              <a:rect l="l" t="t" r="r" b="b"/>
              <a:pathLst>
                <a:path w="314960" h="127000">
                  <a:moveTo>
                    <a:pt x="314860" y="126842"/>
                  </a:moveTo>
                  <a:lnTo>
                    <a:pt x="0" y="126842"/>
                  </a:lnTo>
                  <a:lnTo>
                    <a:pt x="63887" y="0"/>
                  </a:lnTo>
                  <a:lnTo>
                    <a:pt x="314860" y="126842"/>
                  </a:lnTo>
                  <a:close/>
                </a:path>
              </a:pathLst>
            </a:custGeom>
            <a:solidFill>
              <a:srgbClr val="FEFEFE">
                <a:alpha val="7175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2320346" y="15242788"/>
            <a:ext cx="3324225" cy="2692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5100"/>
              </a:lnSpc>
              <a:spcBef>
                <a:spcPts val="100"/>
              </a:spcBef>
            </a:pPr>
            <a:r>
              <a:rPr sz="1900" dirty="0">
                <a:solidFill>
                  <a:srgbClr val="FFFFFF"/>
                </a:solidFill>
                <a:latin typeface="Lucida Sans Unicode"/>
                <a:cs typeface="Lucida Sans Unicode"/>
              </a:rPr>
              <a:t>Realiza</a:t>
            </a:r>
            <a:r>
              <a:rPr sz="1900" spc="-1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9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ejercicio </a:t>
            </a:r>
            <a:r>
              <a:rPr sz="1900" dirty="0">
                <a:solidFill>
                  <a:srgbClr val="FFFFFF"/>
                </a:solidFill>
                <a:latin typeface="Lucida Sans Unicode"/>
                <a:cs typeface="Lucida Sans Unicode"/>
              </a:rPr>
              <a:t>regularmente:</a:t>
            </a:r>
            <a:r>
              <a:rPr sz="1900" spc="8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900" spc="45" dirty="0">
                <a:solidFill>
                  <a:srgbClr val="FFFFFF"/>
                </a:solidFill>
                <a:latin typeface="Lucida Sans Unicode"/>
                <a:cs typeface="Lucida Sans Unicode"/>
              </a:rPr>
              <a:t>Mantener</a:t>
            </a:r>
            <a:r>
              <a:rPr sz="1900" spc="8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900" spc="-25" dirty="0">
                <a:solidFill>
                  <a:srgbClr val="FFFFFF"/>
                </a:solidFill>
                <a:latin typeface="Lucida Sans Unicode"/>
                <a:cs typeface="Lucida Sans Unicode"/>
              </a:rPr>
              <a:t>un </a:t>
            </a:r>
            <a:r>
              <a:rPr sz="190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buen</a:t>
            </a:r>
            <a:r>
              <a:rPr sz="1900" spc="-7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900" dirty="0">
                <a:solidFill>
                  <a:srgbClr val="FFFFFF"/>
                </a:solidFill>
                <a:latin typeface="Lucida Sans Unicode"/>
                <a:cs typeface="Lucida Sans Unicode"/>
              </a:rPr>
              <a:t>tono</a:t>
            </a:r>
            <a:r>
              <a:rPr sz="1900" spc="-7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900" spc="60" dirty="0">
                <a:solidFill>
                  <a:srgbClr val="FFFFFF"/>
                </a:solidFill>
                <a:latin typeface="Lucida Sans Unicode"/>
                <a:cs typeface="Lucida Sans Unicode"/>
              </a:rPr>
              <a:t>muscular</a:t>
            </a:r>
            <a:r>
              <a:rPr sz="1900" spc="-7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900" spc="75" dirty="0">
                <a:solidFill>
                  <a:srgbClr val="FFFFFF"/>
                </a:solidFill>
                <a:latin typeface="Lucida Sans Unicode"/>
                <a:cs typeface="Lucida Sans Unicode"/>
              </a:rPr>
              <a:t>y</a:t>
            </a:r>
            <a:r>
              <a:rPr sz="1900" spc="-7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900" spc="70" dirty="0">
                <a:solidFill>
                  <a:srgbClr val="FFFFFF"/>
                </a:solidFill>
                <a:latin typeface="Lucida Sans Unicode"/>
                <a:cs typeface="Lucida Sans Unicode"/>
              </a:rPr>
              <a:t>una </a:t>
            </a:r>
            <a:r>
              <a:rPr sz="1900" spc="90" dirty="0">
                <a:solidFill>
                  <a:srgbClr val="FFFFFF"/>
                </a:solidFill>
                <a:latin typeface="Lucida Sans Unicode"/>
                <a:cs typeface="Lucida Sans Unicode"/>
              </a:rPr>
              <a:t>buena</a:t>
            </a:r>
            <a:r>
              <a:rPr sz="1900" spc="-9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900" spc="-25" dirty="0">
                <a:solidFill>
                  <a:srgbClr val="FFFFFF"/>
                </a:solidFill>
                <a:latin typeface="Lucida Sans Unicode"/>
                <a:cs typeface="Lucida Sans Unicode"/>
              </a:rPr>
              <a:t>flexibilidad</a:t>
            </a:r>
            <a:r>
              <a:rPr sz="1900" spc="-9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900" spc="229" dirty="0">
                <a:solidFill>
                  <a:srgbClr val="FFFFFF"/>
                </a:solidFill>
                <a:latin typeface="Lucida Sans Unicode"/>
                <a:cs typeface="Lucida Sans Unicode"/>
              </a:rPr>
              <a:t>a</a:t>
            </a:r>
            <a:r>
              <a:rPr sz="1900" spc="-8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900" spc="40" dirty="0">
                <a:solidFill>
                  <a:srgbClr val="FFFFFF"/>
                </a:solidFill>
                <a:latin typeface="Lucida Sans Unicode"/>
                <a:cs typeface="Lucida Sans Unicode"/>
              </a:rPr>
              <a:t>través </a:t>
            </a:r>
            <a:r>
              <a:rPr sz="1900" dirty="0">
                <a:solidFill>
                  <a:srgbClr val="FFFFFF"/>
                </a:solidFill>
                <a:latin typeface="Lucida Sans Unicode"/>
                <a:cs typeface="Lucida Sans Unicode"/>
              </a:rPr>
              <a:t>del</a:t>
            </a:r>
            <a:r>
              <a:rPr sz="1900" spc="6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900" dirty="0">
                <a:solidFill>
                  <a:srgbClr val="FFFFFF"/>
                </a:solidFill>
                <a:latin typeface="Lucida Sans Unicode"/>
                <a:cs typeface="Lucida Sans Unicode"/>
              </a:rPr>
              <a:t>ejercicio</a:t>
            </a:r>
            <a:r>
              <a:rPr sz="1900" spc="6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900" dirty="0">
                <a:solidFill>
                  <a:srgbClr val="FFFFFF"/>
                </a:solidFill>
                <a:latin typeface="Lucida Sans Unicode"/>
                <a:cs typeface="Lucida Sans Unicode"/>
              </a:rPr>
              <a:t>regular</a:t>
            </a:r>
            <a:r>
              <a:rPr sz="1900" spc="6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900" spc="50" dirty="0">
                <a:solidFill>
                  <a:srgbClr val="FFFFFF"/>
                </a:solidFill>
                <a:latin typeface="Lucida Sans Unicode"/>
                <a:cs typeface="Lucida Sans Unicode"/>
              </a:rPr>
              <a:t>puede </a:t>
            </a:r>
            <a:r>
              <a:rPr sz="1900" spc="90" dirty="0">
                <a:solidFill>
                  <a:srgbClr val="FFFFFF"/>
                </a:solidFill>
                <a:latin typeface="Lucida Sans Unicode"/>
                <a:cs typeface="Lucida Sans Unicode"/>
              </a:rPr>
              <a:t>ayudar</a:t>
            </a:r>
            <a:r>
              <a:rPr sz="1900" spc="-8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900" spc="229" dirty="0">
                <a:solidFill>
                  <a:srgbClr val="FFFFFF"/>
                </a:solidFill>
                <a:latin typeface="Lucida Sans Unicode"/>
                <a:cs typeface="Lucida Sans Unicode"/>
              </a:rPr>
              <a:t>a</a:t>
            </a:r>
            <a:r>
              <a:rPr sz="1900" spc="-8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900" spc="65" dirty="0">
                <a:solidFill>
                  <a:srgbClr val="FFFFFF"/>
                </a:solidFill>
                <a:latin typeface="Lucida Sans Unicode"/>
                <a:cs typeface="Lucida Sans Unicode"/>
              </a:rPr>
              <a:t>mantener</a:t>
            </a:r>
            <a:r>
              <a:rPr sz="1900" spc="-8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900" spc="70" dirty="0">
                <a:solidFill>
                  <a:srgbClr val="FFFFFF"/>
                </a:solidFill>
                <a:latin typeface="Lucida Sans Unicode"/>
                <a:cs typeface="Lucida Sans Unicode"/>
              </a:rPr>
              <a:t>una </a:t>
            </a:r>
            <a:r>
              <a:rPr sz="1900" dirty="0">
                <a:solidFill>
                  <a:srgbClr val="FFFFFF"/>
                </a:solidFill>
                <a:latin typeface="Lucida Sans Unicode"/>
                <a:cs typeface="Lucida Sans Unicode"/>
              </a:rPr>
              <a:t>postura</a:t>
            </a:r>
            <a:r>
              <a:rPr sz="190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900" spc="135" dirty="0">
                <a:solidFill>
                  <a:srgbClr val="FFFFFF"/>
                </a:solidFill>
                <a:latin typeface="Lucida Sans Unicode"/>
                <a:cs typeface="Lucida Sans Unicode"/>
              </a:rPr>
              <a:t>adecuada</a:t>
            </a:r>
            <a:r>
              <a:rPr sz="190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900" spc="40" dirty="0">
                <a:solidFill>
                  <a:srgbClr val="FFFFFF"/>
                </a:solidFill>
                <a:latin typeface="Lucida Sans Unicode"/>
                <a:cs typeface="Lucida Sans Unicode"/>
              </a:rPr>
              <a:t>en general</a:t>
            </a:r>
            <a:endParaRPr sz="1900">
              <a:latin typeface="Lucida Sans Unicode"/>
              <a:cs typeface="Lucida Sans Unicode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3886813" y="10846993"/>
            <a:ext cx="485775" cy="393065"/>
          </a:xfrm>
          <a:custGeom>
            <a:avLst/>
            <a:gdLst/>
            <a:ahLst/>
            <a:cxnLst/>
            <a:rect l="l" t="t" r="r" b="b"/>
            <a:pathLst>
              <a:path w="485775" h="393065">
                <a:moveTo>
                  <a:pt x="92597" y="342189"/>
                </a:moveTo>
                <a:lnTo>
                  <a:pt x="51401" y="300994"/>
                </a:lnTo>
                <a:lnTo>
                  <a:pt x="22600" y="263073"/>
                </a:lnTo>
                <a:lnTo>
                  <a:pt x="5498" y="220394"/>
                </a:lnTo>
                <a:lnTo>
                  <a:pt x="0" y="175372"/>
                </a:lnTo>
                <a:lnTo>
                  <a:pt x="6006" y="130421"/>
                </a:lnTo>
                <a:lnTo>
                  <a:pt x="23421" y="87957"/>
                </a:lnTo>
                <a:lnTo>
                  <a:pt x="52146" y="50395"/>
                </a:lnTo>
                <a:lnTo>
                  <a:pt x="93779" y="19649"/>
                </a:lnTo>
                <a:lnTo>
                  <a:pt x="140955" y="2856"/>
                </a:lnTo>
                <a:lnTo>
                  <a:pt x="190505" y="0"/>
                </a:lnTo>
                <a:lnTo>
                  <a:pt x="239257" y="11061"/>
                </a:lnTo>
                <a:lnTo>
                  <a:pt x="284040" y="36024"/>
                </a:lnTo>
                <a:lnTo>
                  <a:pt x="307658" y="52898"/>
                </a:lnTo>
                <a:lnTo>
                  <a:pt x="339071" y="73032"/>
                </a:lnTo>
                <a:lnTo>
                  <a:pt x="374513" y="93084"/>
                </a:lnTo>
                <a:lnTo>
                  <a:pt x="424174" y="116281"/>
                </a:lnTo>
                <a:lnTo>
                  <a:pt x="435050" y="125141"/>
                </a:lnTo>
                <a:lnTo>
                  <a:pt x="425879" y="162710"/>
                </a:lnTo>
                <a:lnTo>
                  <a:pt x="396698" y="174834"/>
                </a:lnTo>
                <a:lnTo>
                  <a:pt x="380727" y="174004"/>
                </a:lnTo>
                <a:lnTo>
                  <a:pt x="356444" y="168624"/>
                </a:lnTo>
                <a:lnTo>
                  <a:pt x="327372" y="155686"/>
                </a:lnTo>
                <a:lnTo>
                  <a:pt x="297035" y="132178"/>
                </a:lnTo>
                <a:lnTo>
                  <a:pt x="269103" y="104246"/>
                </a:lnTo>
                <a:lnTo>
                  <a:pt x="261591" y="99972"/>
                </a:lnTo>
                <a:lnTo>
                  <a:pt x="256065" y="101569"/>
                </a:lnTo>
                <a:lnTo>
                  <a:pt x="254467" y="107095"/>
                </a:lnTo>
                <a:lnTo>
                  <a:pt x="258742" y="114607"/>
                </a:lnTo>
                <a:lnTo>
                  <a:pt x="473520" y="329385"/>
                </a:lnTo>
                <a:lnTo>
                  <a:pt x="480729" y="338722"/>
                </a:lnTo>
                <a:lnTo>
                  <a:pt x="485667" y="351448"/>
                </a:lnTo>
                <a:lnTo>
                  <a:pt x="484914" y="366254"/>
                </a:lnTo>
                <a:lnTo>
                  <a:pt x="475051" y="381832"/>
                </a:lnTo>
                <a:lnTo>
                  <a:pt x="459379" y="391887"/>
                </a:lnTo>
                <a:lnTo>
                  <a:pt x="444371" y="393050"/>
                </a:lnTo>
                <a:lnTo>
                  <a:pt x="431369" y="388444"/>
                </a:lnTo>
                <a:lnTo>
                  <a:pt x="421713" y="381191"/>
                </a:lnTo>
                <a:lnTo>
                  <a:pt x="293811" y="253289"/>
                </a:lnTo>
                <a:lnTo>
                  <a:pt x="294111" y="258161"/>
                </a:lnTo>
                <a:lnTo>
                  <a:pt x="293113" y="269819"/>
                </a:lnTo>
                <a:lnTo>
                  <a:pt x="287967" y="283822"/>
                </a:lnTo>
                <a:lnTo>
                  <a:pt x="275824" y="295729"/>
                </a:lnTo>
                <a:lnTo>
                  <a:pt x="257067" y="301746"/>
                </a:lnTo>
                <a:lnTo>
                  <a:pt x="241431" y="300509"/>
                </a:lnTo>
                <a:lnTo>
                  <a:pt x="230724" y="296488"/>
                </a:lnTo>
                <a:lnTo>
                  <a:pt x="226753" y="294154"/>
                </a:lnTo>
                <a:lnTo>
                  <a:pt x="227600" y="298412"/>
                </a:lnTo>
                <a:lnTo>
                  <a:pt x="227474" y="308719"/>
                </a:lnTo>
                <a:lnTo>
                  <a:pt x="222373" y="321377"/>
                </a:lnTo>
                <a:lnTo>
                  <a:pt x="208297" y="332684"/>
                </a:lnTo>
                <a:lnTo>
                  <a:pt x="188990" y="337147"/>
                </a:lnTo>
                <a:lnTo>
                  <a:pt x="173953" y="333994"/>
                </a:lnTo>
                <a:lnTo>
                  <a:pt x="164192" y="328345"/>
                </a:lnTo>
                <a:lnTo>
                  <a:pt x="160715" y="325325"/>
                </a:lnTo>
                <a:lnTo>
                  <a:pt x="161410" y="328720"/>
                </a:lnTo>
                <a:lnTo>
                  <a:pt x="161118" y="336915"/>
                </a:lnTo>
                <a:lnTo>
                  <a:pt x="156272" y="346925"/>
                </a:lnTo>
                <a:lnTo>
                  <a:pt x="143308" y="355765"/>
                </a:lnTo>
                <a:lnTo>
                  <a:pt x="125481" y="357589"/>
                </a:lnTo>
                <a:lnTo>
                  <a:pt x="109150" y="352484"/>
                </a:lnTo>
                <a:lnTo>
                  <a:pt x="97219" y="345625"/>
                </a:lnTo>
                <a:lnTo>
                  <a:pt x="92597" y="342189"/>
                </a:lnTo>
                <a:close/>
              </a:path>
            </a:pathLst>
          </a:custGeom>
          <a:solidFill>
            <a:srgbClr val="FDECC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173918" y="5320397"/>
            <a:ext cx="485775" cy="393065"/>
          </a:xfrm>
          <a:custGeom>
            <a:avLst/>
            <a:gdLst/>
            <a:ahLst/>
            <a:cxnLst/>
            <a:rect l="l" t="t" r="r" b="b"/>
            <a:pathLst>
              <a:path w="485775" h="393064">
                <a:moveTo>
                  <a:pt x="92597" y="342189"/>
                </a:moveTo>
                <a:lnTo>
                  <a:pt x="51401" y="300994"/>
                </a:lnTo>
                <a:lnTo>
                  <a:pt x="22600" y="263073"/>
                </a:lnTo>
                <a:lnTo>
                  <a:pt x="5498" y="220394"/>
                </a:lnTo>
                <a:lnTo>
                  <a:pt x="0" y="175372"/>
                </a:lnTo>
                <a:lnTo>
                  <a:pt x="6006" y="130421"/>
                </a:lnTo>
                <a:lnTo>
                  <a:pt x="23421" y="87957"/>
                </a:lnTo>
                <a:lnTo>
                  <a:pt x="52146" y="50395"/>
                </a:lnTo>
                <a:lnTo>
                  <a:pt x="93779" y="19649"/>
                </a:lnTo>
                <a:lnTo>
                  <a:pt x="140955" y="2856"/>
                </a:lnTo>
                <a:lnTo>
                  <a:pt x="190505" y="0"/>
                </a:lnTo>
                <a:lnTo>
                  <a:pt x="239257" y="11061"/>
                </a:lnTo>
                <a:lnTo>
                  <a:pt x="284040" y="36024"/>
                </a:lnTo>
                <a:lnTo>
                  <a:pt x="307658" y="52898"/>
                </a:lnTo>
                <a:lnTo>
                  <a:pt x="339071" y="73032"/>
                </a:lnTo>
                <a:lnTo>
                  <a:pt x="374513" y="93084"/>
                </a:lnTo>
                <a:lnTo>
                  <a:pt x="424174" y="116281"/>
                </a:lnTo>
                <a:lnTo>
                  <a:pt x="435050" y="125141"/>
                </a:lnTo>
                <a:lnTo>
                  <a:pt x="425879" y="162710"/>
                </a:lnTo>
                <a:lnTo>
                  <a:pt x="396698" y="174834"/>
                </a:lnTo>
                <a:lnTo>
                  <a:pt x="380727" y="174004"/>
                </a:lnTo>
                <a:lnTo>
                  <a:pt x="356444" y="168624"/>
                </a:lnTo>
                <a:lnTo>
                  <a:pt x="327372" y="155686"/>
                </a:lnTo>
                <a:lnTo>
                  <a:pt x="297035" y="132178"/>
                </a:lnTo>
                <a:lnTo>
                  <a:pt x="269103" y="104246"/>
                </a:lnTo>
                <a:lnTo>
                  <a:pt x="261591" y="99972"/>
                </a:lnTo>
                <a:lnTo>
                  <a:pt x="256065" y="101569"/>
                </a:lnTo>
                <a:lnTo>
                  <a:pt x="254467" y="107095"/>
                </a:lnTo>
                <a:lnTo>
                  <a:pt x="258742" y="114607"/>
                </a:lnTo>
                <a:lnTo>
                  <a:pt x="473520" y="329385"/>
                </a:lnTo>
                <a:lnTo>
                  <a:pt x="480729" y="338722"/>
                </a:lnTo>
                <a:lnTo>
                  <a:pt x="485667" y="351448"/>
                </a:lnTo>
                <a:lnTo>
                  <a:pt x="484914" y="366254"/>
                </a:lnTo>
                <a:lnTo>
                  <a:pt x="475051" y="381831"/>
                </a:lnTo>
                <a:lnTo>
                  <a:pt x="459379" y="391887"/>
                </a:lnTo>
                <a:lnTo>
                  <a:pt x="444371" y="393050"/>
                </a:lnTo>
                <a:lnTo>
                  <a:pt x="431369" y="388444"/>
                </a:lnTo>
                <a:lnTo>
                  <a:pt x="421713" y="381191"/>
                </a:lnTo>
                <a:lnTo>
                  <a:pt x="293811" y="253289"/>
                </a:lnTo>
                <a:lnTo>
                  <a:pt x="294111" y="258161"/>
                </a:lnTo>
                <a:lnTo>
                  <a:pt x="293113" y="269819"/>
                </a:lnTo>
                <a:lnTo>
                  <a:pt x="287967" y="283822"/>
                </a:lnTo>
                <a:lnTo>
                  <a:pt x="275824" y="295729"/>
                </a:lnTo>
                <a:lnTo>
                  <a:pt x="257067" y="301746"/>
                </a:lnTo>
                <a:lnTo>
                  <a:pt x="241431" y="300509"/>
                </a:lnTo>
                <a:lnTo>
                  <a:pt x="230724" y="296488"/>
                </a:lnTo>
                <a:lnTo>
                  <a:pt x="226753" y="294154"/>
                </a:lnTo>
                <a:lnTo>
                  <a:pt x="227600" y="298412"/>
                </a:lnTo>
                <a:lnTo>
                  <a:pt x="227474" y="308719"/>
                </a:lnTo>
                <a:lnTo>
                  <a:pt x="222373" y="321377"/>
                </a:lnTo>
                <a:lnTo>
                  <a:pt x="208297" y="332684"/>
                </a:lnTo>
                <a:lnTo>
                  <a:pt x="188990" y="337147"/>
                </a:lnTo>
                <a:lnTo>
                  <a:pt x="173953" y="333994"/>
                </a:lnTo>
                <a:lnTo>
                  <a:pt x="164192" y="328345"/>
                </a:lnTo>
                <a:lnTo>
                  <a:pt x="160715" y="325325"/>
                </a:lnTo>
                <a:lnTo>
                  <a:pt x="161410" y="328720"/>
                </a:lnTo>
                <a:lnTo>
                  <a:pt x="161118" y="336915"/>
                </a:lnTo>
                <a:lnTo>
                  <a:pt x="156272" y="346925"/>
                </a:lnTo>
                <a:lnTo>
                  <a:pt x="143308" y="355765"/>
                </a:lnTo>
                <a:lnTo>
                  <a:pt x="125481" y="357589"/>
                </a:lnTo>
                <a:lnTo>
                  <a:pt x="109150" y="352484"/>
                </a:lnTo>
                <a:lnTo>
                  <a:pt x="97219" y="345625"/>
                </a:lnTo>
                <a:lnTo>
                  <a:pt x="92597" y="342189"/>
                </a:lnTo>
                <a:close/>
              </a:path>
            </a:pathLst>
          </a:custGeom>
          <a:solidFill>
            <a:srgbClr val="FDECC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184579" y="10182102"/>
            <a:ext cx="485775" cy="393065"/>
          </a:xfrm>
          <a:custGeom>
            <a:avLst/>
            <a:gdLst/>
            <a:ahLst/>
            <a:cxnLst/>
            <a:rect l="l" t="t" r="r" b="b"/>
            <a:pathLst>
              <a:path w="485775" h="393065">
                <a:moveTo>
                  <a:pt x="92597" y="342189"/>
                </a:moveTo>
                <a:lnTo>
                  <a:pt x="51401" y="300994"/>
                </a:lnTo>
                <a:lnTo>
                  <a:pt x="22600" y="263073"/>
                </a:lnTo>
                <a:lnTo>
                  <a:pt x="5498" y="220394"/>
                </a:lnTo>
                <a:lnTo>
                  <a:pt x="0" y="175372"/>
                </a:lnTo>
                <a:lnTo>
                  <a:pt x="6006" y="130421"/>
                </a:lnTo>
                <a:lnTo>
                  <a:pt x="23421" y="87957"/>
                </a:lnTo>
                <a:lnTo>
                  <a:pt x="52146" y="50395"/>
                </a:lnTo>
                <a:lnTo>
                  <a:pt x="93779" y="19649"/>
                </a:lnTo>
                <a:lnTo>
                  <a:pt x="140955" y="2856"/>
                </a:lnTo>
                <a:lnTo>
                  <a:pt x="190505" y="0"/>
                </a:lnTo>
                <a:lnTo>
                  <a:pt x="239257" y="11061"/>
                </a:lnTo>
                <a:lnTo>
                  <a:pt x="284040" y="36024"/>
                </a:lnTo>
                <a:lnTo>
                  <a:pt x="307658" y="52898"/>
                </a:lnTo>
                <a:lnTo>
                  <a:pt x="339071" y="73032"/>
                </a:lnTo>
                <a:lnTo>
                  <a:pt x="374513" y="93084"/>
                </a:lnTo>
                <a:lnTo>
                  <a:pt x="424174" y="116281"/>
                </a:lnTo>
                <a:lnTo>
                  <a:pt x="435050" y="125141"/>
                </a:lnTo>
                <a:lnTo>
                  <a:pt x="425879" y="162710"/>
                </a:lnTo>
                <a:lnTo>
                  <a:pt x="396698" y="174834"/>
                </a:lnTo>
                <a:lnTo>
                  <a:pt x="380727" y="174004"/>
                </a:lnTo>
                <a:lnTo>
                  <a:pt x="356444" y="168624"/>
                </a:lnTo>
                <a:lnTo>
                  <a:pt x="327372" y="155686"/>
                </a:lnTo>
                <a:lnTo>
                  <a:pt x="297035" y="132178"/>
                </a:lnTo>
                <a:lnTo>
                  <a:pt x="269103" y="104246"/>
                </a:lnTo>
                <a:lnTo>
                  <a:pt x="261591" y="99972"/>
                </a:lnTo>
                <a:lnTo>
                  <a:pt x="256065" y="101569"/>
                </a:lnTo>
                <a:lnTo>
                  <a:pt x="254467" y="107095"/>
                </a:lnTo>
                <a:lnTo>
                  <a:pt x="258742" y="114607"/>
                </a:lnTo>
                <a:lnTo>
                  <a:pt x="473520" y="329385"/>
                </a:lnTo>
                <a:lnTo>
                  <a:pt x="480729" y="338722"/>
                </a:lnTo>
                <a:lnTo>
                  <a:pt x="485667" y="351448"/>
                </a:lnTo>
                <a:lnTo>
                  <a:pt x="484914" y="366254"/>
                </a:lnTo>
                <a:lnTo>
                  <a:pt x="475051" y="381832"/>
                </a:lnTo>
                <a:lnTo>
                  <a:pt x="459379" y="391887"/>
                </a:lnTo>
                <a:lnTo>
                  <a:pt x="444371" y="393050"/>
                </a:lnTo>
                <a:lnTo>
                  <a:pt x="431369" y="388444"/>
                </a:lnTo>
                <a:lnTo>
                  <a:pt x="421713" y="381191"/>
                </a:lnTo>
                <a:lnTo>
                  <a:pt x="293811" y="253289"/>
                </a:lnTo>
                <a:lnTo>
                  <a:pt x="294111" y="258161"/>
                </a:lnTo>
                <a:lnTo>
                  <a:pt x="293113" y="269819"/>
                </a:lnTo>
                <a:lnTo>
                  <a:pt x="287967" y="283822"/>
                </a:lnTo>
                <a:lnTo>
                  <a:pt x="275824" y="295729"/>
                </a:lnTo>
                <a:lnTo>
                  <a:pt x="257067" y="301746"/>
                </a:lnTo>
                <a:lnTo>
                  <a:pt x="241431" y="300509"/>
                </a:lnTo>
                <a:lnTo>
                  <a:pt x="230724" y="296488"/>
                </a:lnTo>
                <a:lnTo>
                  <a:pt x="226753" y="294154"/>
                </a:lnTo>
                <a:lnTo>
                  <a:pt x="227600" y="298412"/>
                </a:lnTo>
                <a:lnTo>
                  <a:pt x="227474" y="308719"/>
                </a:lnTo>
                <a:lnTo>
                  <a:pt x="222373" y="321377"/>
                </a:lnTo>
                <a:lnTo>
                  <a:pt x="208297" y="332684"/>
                </a:lnTo>
                <a:lnTo>
                  <a:pt x="188990" y="337147"/>
                </a:lnTo>
                <a:lnTo>
                  <a:pt x="173953" y="333994"/>
                </a:lnTo>
                <a:lnTo>
                  <a:pt x="164192" y="328345"/>
                </a:lnTo>
                <a:lnTo>
                  <a:pt x="160715" y="325325"/>
                </a:lnTo>
                <a:lnTo>
                  <a:pt x="161410" y="328720"/>
                </a:lnTo>
                <a:lnTo>
                  <a:pt x="161118" y="336915"/>
                </a:lnTo>
                <a:lnTo>
                  <a:pt x="156272" y="346925"/>
                </a:lnTo>
                <a:lnTo>
                  <a:pt x="143308" y="355765"/>
                </a:lnTo>
                <a:lnTo>
                  <a:pt x="125481" y="357589"/>
                </a:lnTo>
                <a:lnTo>
                  <a:pt x="109150" y="352484"/>
                </a:lnTo>
                <a:lnTo>
                  <a:pt x="97219" y="345625"/>
                </a:lnTo>
                <a:lnTo>
                  <a:pt x="92597" y="342189"/>
                </a:lnTo>
                <a:close/>
              </a:path>
            </a:pathLst>
          </a:custGeom>
          <a:solidFill>
            <a:srgbClr val="FDECC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2274100" y="14763475"/>
            <a:ext cx="485775" cy="393065"/>
          </a:xfrm>
          <a:custGeom>
            <a:avLst/>
            <a:gdLst/>
            <a:ahLst/>
            <a:cxnLst/>
            <a:rect l="l" t="t" r="r" b="b"/>
            <a:pathLst>
              <a:path w="485775" h="393065">
                <a:moveTo>
                  <a:pt x="92597" y="342189"/>
                </a:moveTo>
                <a:lnTo>
                  <a:pt x="51401" y="300994"/>
                </a:lnTo>
                <a:lnTo>
                  <a:pt x="22600" y="263073"/>
                </a:lnTo>
                <a:lnTo>
                  <a:pt x="5498" y="220394"/>
                </a:lnTo>
                <a:lnTo>
                  <a:pt x="0" y="175372"/>
                </a:lnTo>
                <a:lnTo>
                  <a:pt x="6006" y="130421"/>
                </a:lnTo>
                <a:lnTo>
                  <a:pt x="23421" y="87957"/>
                </a:lnTo>
                <a:lnTo>
                  <a:pt x="52145" y="50395"/>
                </a:lnTo>
                <a:lnTo>
                  <a:pt x="93779" y="19649"/>
                </a:lnTo>
                <a:lnTo>
                  <a:pt x="140955" y="2856"/>
                </a:lnTo>
                <a:lnTo>
                  <a:pt x="190505" y="0"/>
                </a:lnTo>
                <a:lnTo>
                  <a:pt x="239257" y="11061"/>
                </a:lnTo>
                <a:lnTo>
                  <a:pt x="284040" y="36024"/>
                </a:lnTo>
                <a:lnTo>
                  <a:pt x="307658" y="52898"/>
                </a:lnTo>
                <a:lnTo>
                  <a:pt x="339071" y="73032"/>
                </a:lnTo>
                <a:lnTo>
                  <a:pt x="374513" y="93084"/>
                </a:lnTo>
                <a:lnTo>
                  <a:pt x="424174" y="116281"/>
                </a:lnTo>
                <a:lnTo>
                  <a:pt x="435050" y="125141"/>
                </a:lnTo>
                <a:lnTo>
                  <a:pt x="425879" y="162710"/>
                </a:lnTo>
                <a:lnTo>
                  <a:pt x="396698" y="174834"/>
                </a:lnTo>
                <a:lnTo>
                  <a:pt x="380727" y="174004"/>
                </a:lnTo>
                <a:lnTo>
                  <a:pt x="356444" y="168624"/>
                </a:lnTo>
                <a:lnTo>
                  <a:pt x="327372" y="155686"/>
                </a:lnTo>
                <a:lnTo>
                  <a:pt x="297035" y="132178"/>
                </a:lnTo>
                <a:lnTo>
                  <a:pt x="269103" y="104246"/>
                </a:lnTo>
                <a:lnTo>
                  <a:pt x="261591" y="99972"/>
                </a:lnTo>
                <a:lnTo>
                  <a:pt x="256065" y="101569"/>
                </a:lnTo>
                <a:lnTo>
                  <a:pt x="254467" y="107095"/>
                </a:lnTo>
                <a:lnTo>
                  <a:pt x="258742" y="114607"/>
                </a:lnTo>
                <a:lnTo>
                  <a:pt x="473520" y="329385"/>
                </a:lnTo>
                <a:lnTo>
                  <a:pt x="480729" y="338722"/>
                </a:lnTo>
                <a:lnTo>
                  <a:pt x="485667" y="351448"/>
                </a:lnTo>
                <a:lnTo>
                  <a:pt x="484914" y="366254"/>
                </a:lnTo>
                <a:lnTo>
                  <a:pt x="475051" y="381831"/>
                </a:lnTo>
                <a:lnTo>
                  <a:pt x="459379" y="391887"/>
                </a:lnTo>
                <a:lnTo>
                  <a:pt x="444371" y="393050"/>
                </a:lnTo>
                <a:lnTo>
                  <a:pt x="431369" y="388444"/>
                </a:lnTo>
                <a:lnTo>
                  <a:pt x="421713" y="381191"/>
                </a:lnTo>
                <a:lnTo>
                  <a:pt x="293811" y="253289"/>
                </a:lnTo>
                <a:lnTo>
                  <a:pt x="294111" y="258161"/>
                </a:lnTo>
                <a:lnTo>
                  <a:pt x="293113" y="269819"/>
                </a:lnTo>
                <a:lnTo>
                  <a:pt x="287967" y="283822"/>
                </a:lnTo>
                <a:lnTo>
                  <a:pt x="275824" y="295729"/>
                </a:lnTo>
                <a:lnTo>
                  <a:pt x="257067" y="301746"/>
                </a:lnTo>
                <a:lnTo>
                  <a:pt x="241431" y="300509"/>
                </a:lnTo>
                <a:lnTo>
                  <a:pt x="230724" y="296488"/>
                </a:lnTo>
                <a:lnTo>
                  <a:pt x="226753" y="294154"/>
                </a:lnTo>
                <a:lnTo>
                  <a:pt x="227600" y="298412"/>
                </a:lnTo>
                <a:lnTo>
                  <a:pt x="227474" y="308719"/>
                </a:lnTo>
                <a:lnTo>
                  <a:pt x="222373" y="321377"/>
                </a:lnTo>
                <a:lnTo>
                  <a:pt x="208297" y="332684"/>
                </a:lnTo>
                <a:lnTo>
                  <a:pt x="188990" y="337147"/>
                </a:lnTo>
                <a:lnTo>
                  <a:pt x="173953" y="333994"/>
                </a:lnTo>
                <a:lnTo>
                  <a:pt x="164192" y="328345"/>
                </a:lnTo>
                <a:lnTo>
                  <a:pt x="160715" y="325325"/>
                </a:lnTo>
                <a:lnTo>
                  <a:pt x="161410" y="328720"/>
                </a:lnTo>
                <a:lnTo>
                  <a:pt x="161118" y="336915"/>
                </a:lnTo>
                <a:lnTo>
                  <a:pt x="156272" y="346925"/>
                </a:lnTo>
                <a:lnTo>
                  <a:pt x="143308" y="355765"/>
                </a:lnTo>
                <a:lnTo>
                  <a:pt x="125481" y="357589"/>
                </a:lnTo>
                <a:lnTo>
                  <a:pt x="109150" y="352484"/>
                </a:lnTo>
                <a:lnTo>
                  <a:pt x="97219" y="345625"/>
                </a:lnTo>
                <a:lnTo>
                  <a:pt x="92597" y="342189"/>
                </a:lnTo>
                <a:close/>
              </a:path>
            </a:pathLst>
          </a:custGeom>
          <a:solidFill>
            <a:srgbClr val="FDECC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4" name="object 2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6203" y="15541716"/>
            <a:ext cx="1902521" cy="2856158"/>
          </a:xfrm>
          <a:prstGeom prst="rect">
            <a:avLst/>
          </a:prstGeom>
        </p:spPr>
      </p:pic>
      <p:pic>
        <p:nvPicPr>
          <p:cNvPr id="25" name="object 2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149464" y="3507674"/>
            <a:ext cx="1078300" cy="2694235"/>
          </a:xfrm>
          <a:prstGeom prst="rect">
            <a:avLst/>
          </a:prstGeom>
        </p:spPr>
      </p:pic>
      <p:pic>
        <p:nvPicPr>
          <p:cNvPr id="26" name="object 2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22984" y="3661672"/>
            <a:ext cx="951270" cy="1958926"/>
          </a:xfrm>
          <a:prstGeom prst="rect">
            <a:avLst/>
          </a:prstGeom>
        </p:spPr>
      </p:pic>
      <p:pic>
        <p:nvPicPr>
          <p:cNvPr id="27" name="object 2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729132" y="16368021"/>
            <a:ext cx="1782889" cy="2256897"/>
          </a:xfrm>
          <a:prstGeom prst="rect">
            <a:avLst/>
          </a:prstGeom>
        </p:spPr>
      </p:pic>
      <p:sp>
        <p:nvSpPr>
          <p:cNvPr id="28" name="object 2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5090" rIns="0" bIns="0" rtlCol="0">
            <a:spAutoFit/>
          </a:bodyPr>
          <a:lstStyle/>
          <a:p>
            <a:pPr marL="423545" marR="5080" indent="522605">
              <a:lnSpc>
                <a:spcPts val="6450"/>
              </a:lnSpc>
              <a:spcBef>
                <a:spcPts val="670"/>
              </a:spcBef>
            </a:pPr>
            <a:r>
              <a:rPr spc="40" dirty="0"/>
              <a:t>HIGIENE </a:t>
            </a:r>
            <a:r>
              <a:rPr spc="65" dirty="0"/>
              <a:t>POSTURAL</a:t>
            </a:r>
          </a:p>
        </p:txBody>
      </p:sp>
      <p:sp>
        <p:nvSpPr>
          <p:cNvPr id="29" name="object 29"/>
          <p:cNvSpPr txBox="1"/>
          <p:nvPr/>
        </p:nvSpPr>
        <p:spPr>
          <a:xfrm>
            <a:off x="1239648" y="1922513"/>
            <a:ext cx="5042535" cy="3462020"/>
          </a:xfrm>
          <a:prstGeom prst="rect">
            <a:avLst/>
          </a:prstGeom>
        </p:spPr>
        <p:txBody>
          <a:bodyPr vert="horz" wrap="square" lIns="0" tIns="29845" rIns="0" bIns="0" rtlCol="0">
            <a:spAutoFit/>
          </a:bodyPr>
          <a:lstStyle/>
          <a:p>
            <a:pPr marL="12065" marR="5080" algn="ctr">
              <a:lnSpc>
                <a:spcPts val="2100"/>
              </a:lnSpc>
              <a:spcBef>
                <a:spcPts val="235"/>
              </a:spcBef>
            </a:pPr>
            <a:r>
              <a:rPr sz="1800" dirty="0">
                <a:solidFill>
                  <a:srgbClr val="FFFFFF"/>
                </a:solidFill>
                <a:latin typeface="Lucida Sans Unicode"/>
                <a:cs typeface="Lucida Sans Unicode"/>
              </a:rPr>
              <a:t>La higiene postural</a:t>
            </a:r>
            <a:r>
              <a:rPr sz="180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800" spc="70" dirty="0">
                <a:solidFill>
                  <a:srgbClr val="FFFFFF"/>
                </a:solidFill>
                <a:latin typeface="Lucida Sans Unicode"/>
                <a:cs typeface="Lucida Sans Unicode"/>
              </a:rPr>
              <a:t>se</a:t>
            </a:r>
            <a:r>
              <a:rPr sz="1800" spc="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800" dirty="0">
                <a:solidFill>
                  <a:srgbClr val="FFFFFF"/>
                </a:solidFill>
                <a:latin typeface="Lucida Sans Unicode"/>
                <a:cs typeface="Lucida Sans Unicode"/>
              </a:rPr>
              <a:t>refiere </a:t>
            </a:r>
            <a:r>
              <a:rPr sz="1800" spc="220" dirty="0">
                <a:solidFill>
                  <a:srgbClr val="FFFFFF"/>
                </a:solidFill>
                <a:latin typeface="Lucida Sans Unicode"/>
                <a:cs typeface="Lucida Sans Unicode"/>
              </a:rPr>
              <a:t>a</a:t>
            </a:r>
            <a:r>
              <a:rPr sz="1800" spc="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800" spc="25" dirty="0">
                <a:solidFill>
                  <a:srgbClr val="FFFFFF"/>
                </a:solidFill>
                <a:latin typeface="Lucida Sans Unicode"/>
                <a:cs typeface="Lucida Sans Unicode"/>
              </a:rPr>
              <a:t>las</a:t>
            </a:r>
            <a:r>
              <a:rPr sz="1800" spc="50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800" spc="75" dirty="0">
                <a:solidFill>
                  <a:srgbClr val="FFFFFF"/>
                </a:solidFill>
                <a:latin typeface="Lucida Sans Unicode"/>
                <a:cs typeface="Lucida Sans Unicode"/>
              </a:rPr>
              <a:t>prácticas</a:t>
            </a:r>
            <a:r>
              <a:rPr sz="1800" spc="-3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800" spc="80" dirty="0">
                <a:solidFill>
                  <a:srgbClr val="FFFFFF"/>
                </a:solidFill>
                <a:latin typeface="Lucida Sans Unicode"/>
                <a:cs typeface="Lucida Sans Unicode"/>
              </a:rPr>
              <a:t>y</a:t>
            </a:r>
            <a:r>
              <a:rPr sz="1800" spc="-3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800" dirty="0">
                <a:solidFill>
                  <a:srgbClr val="FFFFFF"/>
                </a:solidFill>
                <a:latin typeface="Lucida Sans Unicode"/>
                <a:cs typeface="Lucida Sans Unicode"/>
              </a:rPr>
              <a:t>hábitos</a:t>
            </a:r>
            <a:r>
              <a:rPr sz="1800" spc="-3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800" spc="75" dirty="0">
                <a:solidFill>
                  <a:srgbClr val="FFFFFF"/>
                </a:solidFill>
                <a:latin typeface="Lucida Sans Unicode"/>
                <a:cs typeface="Lucida Sans Unicode"/>
              </a:rPr>
              <a:t>que</a:t>
            </a:r>
            <a:r>
              <a:rPr sz="1800" spc="-3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800" spc="70" dirty="0">
                <a:solidFill>
                  <a:srgbClr val="FFFFFF"/>
                </a:solidFill>
                <a:latin typeface="Lucida Sans Unicode"/>
                <a:cs typeface="Lucida Sans Unicode"/>
              </a:rPr>
              <a:t>se</a:t>
            </a:r>
            <a:r>
              <a:rPr sz="1800" spc="-3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800" spc="90" dirty="0">
                <a:solidFill>
                  <a:srgbClr val="FFFFFF"/>
                </a:solidFill>
                <a:latin typeface="Lucida Sans Unicode"/>
                <a:cs typeface="Lucida Sans Unicode"/>
              </a:rPr>
              <a:t>adoptan</a:t>
            </a:r>
            <a:r>
              <a:rPr sz="1800" spc="-3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800" spc="85" dirty="0">
                <a:solidFill>
                  <a:srgbClr val="FFFFFF"/>
                </a:solidFill>
                <a:latin typeface="Lucida Sans Unicode"/>
                <a:cs typeface="Lucida Sans Unicode"/>
              </a:rPr>
              <a:t>para </a:t>
            </a:r>
            <a:r>
              <a:rPr sz="1800" spc="75" dirty="0">
                <a:solidFill>
                  <a:srgbClr val="FFFFFF"/>
                </a:solidFill>
                <a:latin typeface="Lucida Sans Unicode"/>
                <a:cs typeface="Lucida Sans Unicode"/>
              </a:rPr>
              <a:t>mantener</a:t>
            </a:r>
            <a:r>
              <a:rPr sz="1800" spc="-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800" spc="95" dirty="0">
                <a:solidFill>
                  <a:srgbClr val="FFFFFF"/>
                </a:solidFill>
                <a:latin typeface="Lucida Sans Unicode"/>
                <a:cs typeface="Lucida Sans Unicode"/>
              </a:rPr>
              <a:t>una</a:t>
            </a:r>
            <a:r>
              <a:rPr sz="1800" spc="-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800" dirty="0">
                <a:solidFill>
                  <a:srgbClr val="FFFFFF"/>
                </a:solidFill>
                <a:latin typeface="Lucida Sans Unicode"/>
                <a:cs typeface="Lucida Sans Unicode"/>
              </a:rPr>
              <a:t>postura</a:t>
            </a:r>
            <a:r>
              <a:rPr sz="1800" spc="-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800" spc="140" dirty="0">
                <a:solidFill>
                  <a:srgbClr val="FFFFFF"/>
                </a:solidFill>
                <a:latin typeface="Lucida Sans Unicode"/>
                <a:cs typeface="Lucida Sans Unicode"/>
              </a:rPr>
              <a:t>adecuada</a:t>
            </a:r>
            <a:r>
              <a:rPr sz="1800" spc="-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800" spc="50" dirty="0">
                <a:solidFill>
                  <a:srgbClr val="FFFFFF"/>
                </a:solidFill>
                <a:latin typeface="Lucida Sans Unicode"/>
                <a:cs typeface="Lucida Sans Unicode"/>
              </a:rPr>
              <a:t>en </a:t>
            </a:r>
            <a:r>
              <a:rPr sz="1800" spc="45" dirty="0">
                <a:solidFill>
                  <a:srgbClr val="FFFFFF"/>
                </a:solidFill>
                <a:latin typeface="Lucida Sans Unicode"/>
                <a:cs typeface="Lucida Sans Unicode"/>
              </a:rPr>
              <a:t>diversas</a:t>
            </a:r>
            <a:r>
              <a:rPr sz="1800" spc="-8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800" spc="70" dirty="0">
                <a:solidFill>
                  <a:srgbClr val="FFFFFF"/>
                </a:solidFill>
                <a:latin typeface="Lucida Sans Unicode"/>
                <a:cs typeface="Lucida Sans Unicode"/>
              </a:rPr>
              <a:t>actividades</a:t>
            </a:r>
            <a:r>
              <a:rPr sz="1800" spc="-6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800" dirty="0">
                <a:solidFill>
                  <a:srgbClr val="FFFFFF"/>
                </a:solidFill>
                <a:latin typeface="Lucida Sans Unicode"/>
                <a:cs typeface="Lucida Sans Unicode"/>
              </a:rPr>
              <a:t>diarias,</a:t>
            </a:r>
            <a:r>
              <a:rPr sz="1800" spc="-6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800" spc="85" dirty="0">
                <a:solidFill>
                  <a:srgbClr val="FFFFFF"/>
                </a:solidFill>
                <a:latin typeface="Lucida Sans Unicode"/>
                <a:cs typeface="Lucida Sans Unicode"/>
              </a:rPr>
              <a:t>con</a:t>
            </a:r>
            <a:r>
              <a:rPr sz="1800" spc="-6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800" dirty="0">
                <a:solidFill>
                  <a:srgbClr val="FFFFFF"/>
                </a:solidFill>
                <a:latin typeface="Lucida Sans Unicode"/>
                <a:cs typeface="Lucida Sans Unicode"/>
              </a:rPr>
              <a:t>el</a:t>
            </a:r>
            <a:r>
              <a:rPr sz="1800" spc="-5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objetivo </a:t>
            </a:r>
            <a:r>
              <a:rPr sz="1800" spc="95" dirty="0">
                <a:solidFill>
                  <a:srgbClr val="FFFFFF"/>
                </a:solidFill>
                <a:latin typeface="Lucida Sans Unicode"/>
                <a:cs typeface="Lucida Sans Unicode"/>
              </a:rPr>
              <a:t>de</a:t>
            </a:r>
            <a:r>
              <a:rPr sz="1800" spc="-3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800" dirty="0">
                <a:solidFill>
                  <a:srgbClr val="FFFFFF"/>
                </a:solidFill>
                <a:latin typeface="Lucida Sans Unicode"/>
                <a:cs typeface="Lucida Sans Unicode"/>
              </a:rPr>
              <a:t>prevenir</a:t>
            </a:r>
            <a:r>
              <a:rPr sz="1800" spc="-3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800" dirty="0">
                <a:solidFill>
                  <a:srgbClr val="FFFFFF"/>
                </a:solidFill>
                <a:latin typeface="Lucida Sans Unicode"/>
                <a:cs typeface="Lucida Sans Unicode"/>
              </a:rPr>
              <a:t>lesiones</a:t>
            </a:r>
            <a:r>
              <a:rPr sz="1800" spc="-2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800" spc="80" dirty="0">
                <a:solidFill>
                  <a:srgbClr val="FFFFFF"/>
                </a:solidFill>
                <a:latin typeface="Lucida Sans Unicode"/>
                <a:cs typeface="Lucida Sans Unicode"/>
              </a:rPr>
              <a:t>y</a:t>
            </a:r>
            <a:r>
              <a:rPr sz="1800" spc="-3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800" spc="50" dirty="0">
                <a:solidFill>
                  <a:srgbClr val="FFFFFF"/>
                </a:solidFill>
                <a:latin typeface="Lucida Sans Unicode"/>
                <a:cs typeface="Lucida Sans Unicode"/>
              </a:rPr>
              <a:t>promover</a:t>
            </a:r>
            <a:r>
              <a:rPr sz="1800" spc="-3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800" spc="65" dirty="0">
                <a:solidFill>
                  <a:srgbClr val="FFFFFF"/>
                </a:solidFill>
                <a:latin typeface="Lucida Sans Unicode"/>
                <a:cs typeface="Lucida Sans Unicode"/>
              </a:rPr>
              <a:t>la</a:t>
            </a:r>
            <a:r>
              <a:rPr sz="1800" spc="-2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800" spc="50" dirty="0">
                <a:solidFill>
                  <a:srgbClr val="FFFFFF"/>
                </a:solidFill>
                <a:latin typeface="Lucida Sans Unicode"/>
                <a:cs typeface="Lucida Sans Unicode"/>
              </a:rPr>
              <a:t>salud</a:t>
            </a:r>
            <a:r>
              <a:rPr sz="1800" spc="-3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800" spc="30" dirty="0">
                <a:solidFill>
                  <a:srgbClr val="FFFFFF"/>
                </a:solidFill>
                <a:latin typeface="Lucida Sans Unicode"/>
                <a:cs typeface="Lucida Sans Unicode"/>
              </a:rPr>
              <a:t>y </a:t>
            </a:r>
            <a:r>
              <a:rPr sz="1800" spc="45" dirty="0">
                <a:solidFill>
                  <a:srgbClr val="FFFFFF"/>
                </a:solidFill>
                <a:latin typeface="Lucida Sans Unicode"/>
                <a:cs typeface="Lucida Sans Unicode"/>
              </a:rPr>
              <a:t>bienestar</a:t>
            </a:r>
            <a:r>
              <a:rPr sz="1800" spc="-3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800" dirty="0">
                <a:solidFill>
                  <a:srgbClr val="FFFFFF"/>
                </a:solidFill>
                <a:latin typeface="Lucida Sans Unicode"/>
                <a:cs typeface="Lucida Sans Unicode"/>
              </a:rPr>
              <a:t>del</a:t>
            </a:r>
            <a:r>
              <a:rPr sz="1800" spc="-3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cuerpo.</a:t>
            </a:r>
            <a:endParaRPr sz="1800">
              <a:latin typeface="Lucida Sans Unicode"/>
              <a:cs typeface="Lucida Sans Unicode"/>
            </a:endParaRPr>
          </a:p>
          <a:p>
            <a:pPr marL="1100455" marR="1039494">
              <a:lnSpc>
                <a:spcPct val="116500"/>
              </a:lnSpc>
              <a:spcBef>
                <a:spcPts val="2025"/>
              </a:spcBef>
            </a:pPr>
            <a:r>
              <a:rPr sz="2200" b="1" spc="-75" dirty="0">
                <a:solidFill>
                  <a:srgbClr val="FDECCF"/>
                </a:solidFill>
                <a:latin typeface="Verdana"/>
                <a:cs typeface="Verdana"/>
              </a:rPr>
              <a:t>Pautas</a:t>
            </a:r>
            <a:r>
              <a:rPr sz="2200" b="1" spc="-70" dirty="0">
                <a:solidFill>
                  <a:srgbClr val="FDECCF"/>
                </a:solidFill>
                <a:latin typeface="Verdana"/>
                <a:cs typeface="Verdana"/>
              </a:rPr>
              <a:t> </a:t>
            </a:r>
            <a:r>
              <a:rPr sz="2200" b="1" spc="-10" dirty="0">
                <a:solidFill>
                  <a:srgbClr val="FDECCF"/>
                </a:solidFill>
                <a:latin typeface="Verdana"/>
                <a:cs typeface="Verdana"/>
              </a:rPr>
              <a:t>generales de</a:t>
            </a:r>
            <a:r>
              <a:rPr sz="2200" b="1" spc="-170" dirty="0">
                <a:solidFill>
                  <a:srgbClr val="FDECCF"/>
                </a:solidFill>
                <a:latin typeface="Verdana"/>
                <a:cs typeface="Verdana"/>
              </a:rPr>
              <a:t> </a:t>
            </a:r>
            <a:r>
              <a:rPr sz="2200" b="1" spc="-50" dirty="0">
                <a:solidFill>
                  <a:srgbClr val="FDECCF"/>
                </a:solidFill>
                <a:latin typeface="Verdana"/>
                <a:cs typeface="Verdana"/>
              </a:rPr>
              <a:t>higiene</a:t>
            </a:r>
            <a:r>
              <a:rPr sz="2200" b="1" spc="-135" dirty="0">
                <a:solidFill>
                  <a:srgbClr val="FDECCF"/>
                </a:solidFill>
                <a:latin typeface="Verdana"/>
                <a:cs typeface="Verdana"/>
              </a:rPr>
              <a:t> </a:t>
            </a:r>
            <a:r>
              <a:rPr sz="2200" b="1" spc="-55" dirty="0">
                <a:solidFill>
                  <a:srgbClr val="FDECCF"/>
                </a:solidFill>
                <a:latin typeface="Verdana"/>
                <a:cs typeface="Verdana"/>
              </a:rPr>
              <a:t>postural </a:t>
            </a:r>
            <a:r>
              <a:rPr sz="2200" b="1" spc="-35" dirty="0">
                <a:solidFill>
                  <a:srgbClr val="FDECCF"/>
                </a:solidFill>
                <a:latin typeface="Verdana"/>
                <a:cs typeface="Verdana"/>
              </a:rPr>
              <a:t>que</a:t>
            </a:r>
            <a:r>
              <a:rPr sz="2200" b="1" spc="-130" dirty="0">
                <a:solidFill>
                  <a:srgbClr val="FDECCF"/>
                </a:solidFill>
                <a:latin typeface="Verdana"/>
                <a:cs typeface="Verdana"/>
              </a:rPr>
              <a:t> </a:t>
            </a:r>
            <a:r>
              <a:rPr sz="2200" b="1" spc="-90" dirty="0">
                <a:solidFill>
                  <a:srgbClr val="FDECCF"/>
                </a:solidFill>
                <a:latin typeface="Verdana"/>
                <a:cs typeface="Verdana"/>
              </a:rPr>
              <a:t>se</a:t>
            </a:r>
            <a:r>
              <a:rPr sz="2200" b="1" spc="-114" dirty="0">
                <a:solidFill>
                  <a:srgbClr val="FDECCF"/>
                </a:solidFill>
                <a:latin typeface="Verdana"/>
                <a:cs typeface="Verdana"/>
              </a:rPr>
              <a:t> </a:t>
            </a:r>
            <a:r>
              <a:rPr sz="2200" b="1" spc="-10" dirty="0">
                <a:solidFill>
                  <a:srgbClr val="FDECCF"/>
                </a:solidFill>
                <a:latin typeface="Verdana"/>
                <a:cs typeface="Verdana"/>
              </a:rPr>
              <a:t>pueden seguir:</a:t>
            </a:r>
            <a:endParaRPr sz="2200">
              <a:latin typeface="Verdana"/>
              <a:cs typeface="Verdana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4067632" y="6347153"/>
            <a:ext cx="3141980" cy="33591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5100"/>
              </a:lnSpc>
              <a:spcBef>
                <a:spcPts val="100"/>
              </a:spcBef>
            </a:pPr>
            <a:r>
              <a:rPr sz="190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Mantén</a:t>
            </a:r>
            <a:r>
              <a:rPr sz="1900" spc="-9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900" spc="95" dirty="0">
                <a:solidFill>
                  <a:srgbClr val="FFFFFF"/>
                </a:solidFill>
                <a:latin typeface="Lucida Sans Unicode"/>
                <a:cs typeface="Lucida Sans Unicode"/>
              </a:rPr>
              <a:t>una</a:t>
            </a:r>
            <a:r>
              <a:rPr sz="1900" spc="-9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9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postura </a:t>
            </a:r>
            <a:r>
              <a:rPr sz="1900" spc="65" dirty="0">
                <a:solidFill>
                  <a:srgbClr val="FFFFFF"/>
                </a:solidFill>
                <a:latin typeface="Lucida Sans Unicode"/>
                <a:cs typeface="Lucida Sans Unicode"/>
              </a:rPr>
              <a:t>ergonómica</a:t>
            </a:r>
            <a:r>
              <a:rPr sz="1900" spc="-8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900" spc="65" dirty="0">
                <a:solidFill>
                  <a:srgbClr val="FFFFFF"/>
                </a:solidFill>
                <a:latin typeface="Lucida Sans Unicode"/>
                <a:cs typeface="Lucida Sans Unicode"/>
              </a:rPr>
              <a:t>en</a:t>
            </a:r>
            <a:r>
              <a:rPr sz="1900" spc="-7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900" dirty="0">
                <a:solidFill>
                  <a:srgbClr val="FFFFFF"/>
                </a:solidFill>
                <a:latin typeface="Lucida Sans Unicode"/>
                <a:cs typeface="Lucida Sans Unicode"/>
              </a:rPr>
              <a:t>el</a:t>
            </a:r>
            <a:r>
              <a:rPr sz="1900" spc="-8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9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trabajo: </a:t>
            </a:r>
            <a:r>
              <a:rPr sz="1900" dirty="0">
                <a:solidFill>
                  <a:srgbClr val="FFFFFF"/>
                </a:solidFill>
                <a:latin typeface="Lucida Sans Unicode"/>
                <a:cs typeface="Lucida Sans Unicode"/>
              </a:rPr>
              <a:t>Asegúrate</a:t>
            </a:r>
            <a:r>
              <a:rPr sz="1900" spc="7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900" spc="85" dirty="0">
                <a:solidFill>
                  <a:srgbClr val="FFFFFF"/>
                </a:solidFill>
                <a:latin typeface="Lucida Sans Unicode"/>
                <a:cs typeface="Lucida Sans Unicode"/>
              </a:rPr>
              <a:t>de</a:t>
            </a:r>
            <a:r>
              <a:rPr sz="1900" spc="8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900" dirty="0">
                <a:solidFill>
                  <a:srgbClr val="FFFFFF"/>
                </a:solidFill>
                <a:latin typeface="Lucida Sans Unicode"/>
                <a:cs typeface="Lucida Sans Unicode"/>
              </a:rPr>
              <a:t>tener</a:t>
            </a:r>
            <a:r>
              <a:rPr sz="1900" spc="8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900" spc="70" dirty="0">
                <a:solidFill>
                  <a:srgbClr val="FFFFFF"/>
                </a:solidFill>
                <a:latin typeface="Lucida Sans Unicode"/>
                <a:cs typeface="Lucida Sans Unicode"/>
              </a:rPr>
              <a:t>una </a:t>
            </a:r>
            <a:r>
              <a:rPr sz="1900" dirty="0">
                <a:solidFill>
                  <a:srgbClr val="FFFFFF"/>
                </a:solidFill>
                <a:latin typeface="Lucida Sans Unicode"/>
                <a:cs typeface="Lucida Sans Unicode"/>
              </a:rPr>
              <a:t>silla</a:t>
            </a:r>
            <a:r>
              <a:rPr sz="1900" spc="-114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900" spc="75" dirty="0">
                <a:solidFill>
                  <a:srgbClr val="FFFFFF"/>
                </a:solidFill>
                <a:latin typeface="Lucida Sans Unicode"/>
                <a:cs typeface="Lucida Sans Unicode"/>
              </a:rPr>
              <a:t>y</a:t>
            </a:r>
            <a:r>
              <a:rPr sz="1900" spc="-114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9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escritorio </a:t>
            </a:r>
            <a:r>
              <a:rPr sz="1900" spc="105" dirty="0">
                <a:solidFill>
                  <a:srgbClr val="FFFFFF"/>
                </a:solidFill>
                <a:latin typeface="Lucida Sans Unicode"/>
                <a:cs typeface="Lucida Sans Unicode"/>
              </a:rPr>
              <a:t>adecuados</a:t>
            </a:r>
            <a:r>
              <a:rPr sz="1900" spc="-3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900" spc="229" dirty="0">
                <a:solidFill>
                  <a:srgbClr val="FFFFFF"/>
                </a:solidFill>
                <a:latin typeface="Lucida Sans Unicode"/>
                <a:cs typeface="Lucida Sans Unicode"/>
              </a:rPr>
              <a:t>a</a:t>
            </a:r>
            <a:r>
              <a:rPr sz="1900" spc="-2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900" dirty="0">
                <a:solidFill>
                  <a:srgbClr val="FFFFFF"/>
                </a:solidFill>
                <a:latin typeface="Lucida Sans Unicode"/>
                <a:cs typeface="Lucida Sans Unicode"/>
              </a:rPr>
              <a:t>tu</a:t>
            </a:r>
            <a:r>
              <a:rPr sz="1900" spc="-3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900" dirty="0">
                <a:solidFill>
                  <a:srgbClr val="FFFFFF"/>
                </a:solidFill>
                <a:latin typeface="Lucida Sans Unicode"/>
                <a:cs typeface="Lucida Sans Unicode"/>
              </a:rPr>
              <a:t>altura</a:t>
            </a:r>
            <a:r>
              <a:rPr sz="1900" spc="-2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900" spc="25" dirty="0">
                <a:solidFill>
                  <a:srgbClr val="FFFFFF"/>
                </a:solidFill>
                <a:latin typeface="Lucida Sans Unicode"/>
                <a:cs typeface="Lucida Sans Unicode"/>
              </a:rPr>
              <a:t>y </a:t>
            </a:r>
            <a:r>
              <a:rPr sz="1900" spc="45" dirty="0">
                <a:solidFill>
                  <a:srgbClr val="FFFFFF"/>
                </a:solidFill>
                <a:latin typeface="Lucida Sans Unicode"/>
                <a:cs typeface="Lucida Sans Unicode"/>
              </a:rPr>
              <a:t>necesidades.</a:t>
            </a:r>
            <a:r>
              <a:rPr sz="1900" spc="3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900" dirty="0">
                <a:solidFill>
                  <a:srgbClr val="FFFFFF"/>
                </a:solidFill>
                <a:latin typeface="Lucida Sans Unicode"/>
                <a:cs typeface="Lucida Sans Unicode"/>
              </a:rPr>
              <a:t>Sitúa</a:t>
            </a:r>
            <a:r>
              <a:rPr sz="1900" spc="3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900" spc="40" dirty="0">
                <a:solidFill>
                  <a:srgbClr val="FFFFFF"/>
                </a:solidFill>
                <a:latin typeface="Lucida Sans Unicode"/>
                <a:cs typeface="Lucida Sans Unicode"/>
              </a:rPr>
              <a:t>la </a:t>
            </a:r>
            <a:r>
              <a:rPr sz="1900" spc="70" dirty="0">
                <a:solidFill>
                  <a:srgbClr val="FFFFFF"/>
                </a:solidFill>
                <a:latin typeface="Lucida Sans Unicode"/>
                <a:cs typeface="Lucida Sans Unicode"/>
              </a:rPr>
              <a:t>pantalla</a:t>
            </a:r>
            <a:r>
              <a:rPr sz="1900" spc="-4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900" spc="229" dirty="0">
                <a:solidFill>
                  <a:srgbClr val="FFFFFF"/>
                </a:solidFill>
                <a:latin typeface="Lucida Sans Unicode"/>
                <a:cs typeface="Lucida Sans Unicode"/>
              </a:rPr>
              <a:t>a</a:t>
            </a:r>
            <a:r>
              <a:rPr sz="1900" spc="-4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900" spc="65" dirty="0">
                <a:solidFill>
                  <a:srgbClr val="FFFFFF"/>
                </a:solidFill>
                <a:latin typeface="Lucida Sans Unicode"/>
                <a:cs typeface="Lucida Sans Unicode"/>
              </a:rPr>
              <a:t>la</a:t>
            </a:r>
            <a:r>
              <a:rPr sz="1900" spc="-4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900" dirty="0">
                <a:solidFill>
                  <a:srgbClr val="FFFFFF"/>
                </a:solidFill>
                <a:latin typeface="Lucida Sans Unicode"/>
                <a:cs typeface="Lucida Sans Unicode"/>
              </a:rPr>
              <a:t>altura</a:t>
            </a:r>
            <a:r>
              <a:rPr sz="1900" spc="-4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900" spc="85" dirty="0">
                <a:solidFill>
                  <a:srgbClr val="FFFFFF"/>
                </a:solidFill>
                <a:latin typeface="Lucida Sans Unicode"/>
                <a:cs typeface="Lucida Sans Unicode"/>
              </a:rPr>
              <a:t>de</a:t>
            </a:r>
            <a:r>
              <a:rPr sz="1900" spc="-4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900" spc="-25" dirty="0">
                <a:solidFill>
                  <a:srgbClr val="FFFFFF"/>
                </a:solidFill>
                <a:latin typeface="Lucida Sans Unicode"/>
                <a:cs typeface="Lucida Sans Unicode"/>
              </a:rPr>
              <a:t>los </a:t>
            </a:r>
            <a:r>
              <a:rPr sz="1900" spc="-55" dirty="0">
                <a:solidFill>
                  <a:srgbClr val="FFFFFF"/>
                </a:solidFill>
                <a:latin typeface="Lucida Sans Unicode"/>
                <a:cs typeface="Lucida Sans Unicode"/>
              </a:rPr>
              <a:t>ojos,</a:t>
            </a:r>
            <a:r>
              <a:rPr sz="1900" spc="-9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900" spc="85" dirty="0">
                <a:solidFill>
                  <a:srgbClr val="FFFFFF"/>
                </a:solidFill>
                <a:latin typeface="Lucida Sans Unicode"/>
                <a:cs typeface="Lucida Sans Unicode"/>
              </a:rPr>
              <a:t>mantén</a:t>
            </a:r>
            <a:r>
              <a:rPr sz="1900" spc="-9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900" dirty="0">
                <a:solidFill>
                  <a:srgbClr val="FFFFFF"/>
                </a:solidFill>
                <a:latin typeface="Lucida Sans Unicode"/>
                <a:cs typeface="Lucida Sans Unicode"/>
              </a:rPr>
              <a:t>los</a:t>
            </a:r>
            <a:r>
              <a:rPr sz="1900" spc="-9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900" spc="65" dirty="0">
                <a:solidFill>
                  <a:srgbClr val="FFFFFF"/>
                </a:solidFill>
                <a:latin typeface="Lucida Sans Unicode"/>
                <a:cs typeface="Lucida Sans Unicode"/>
              </a:rPr>
              <a:t>codos</a:t>
            </a:r>
            <a:r>
              <a:rPr sz="1900" spc="-9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900" spc="180" dirty="0">
                <a:solidFill>
                  <a:srgbClr val="FFFFFF"/>
                </a:solidFill>
                <a:latin typeface="Lucida Sans Unicode"/>
                <a:cs typeface="Lucida Sans Unicode"/>
              </a:rPr>
              <a:t>a </a:t>
            </a:r>
            <a:r>
              <a:rPr sz="1900" dirty="0">
                <a:solidFill>
                  <a:srgbClr val="FFFFFF"/>
                </a:solidFill>
                <a:latin typeface="Lucida Sans Unicode"/>
                <a:cs typeface="Lucida Sans Unicode"/>
              </a:rPr>
              <a:t>90</a:t>
            </a:r>
            <a:r>
              <a:rPr sz="1900" spc="-11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90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grados</a:t>
            </a:r>
            <a:r>
              <a:rPr sz="1900" spc="-11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900" spc="75" dirty="0">
                <a:solidFill>
                  <a:srgbClr val="FFFFFF"/>
                </a:solidFill>
                <a:latin typeface="Lucida Sans Unicode"/>
                <a:cs typeface="Lucida Sans Unicode"/>
              </a:rPr>
              <a:t>y</a:t>
            </a:r>
            <a:r>
              <a:rPr sz="1900" spc="-10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900" dirty="0">
                <a:solidFill>
                  <a:srgbClr val="FFFFFF"/>
                </a:solidFill>
                <a:latin typeface="Lucida Sans Unicode"/>
                <a:cs typeface="Lucida Sans Unicode"/>
              </a:rPr>
              <a:t>los</a:t>
            </a:r>
            <a:r>
              <a:rPr sz="1900" spc="-11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900" spc="-20" dirty="0">
                <a:solidFill>
                  <a:srgbClr val="FFFFFF"/>
                </a:solidFill>
                <a:latin typeface="Lucida Sans Unicode"/>
                <a:cs typeface="Lucida Sans Unicode"/>
              </a:rPr>
              <a:t>pies </a:t>
            </a:r>
            <a:r>
              <a:rPr sz="1900" spc="95" dirty="0">
                <a:solidFill>
                  <a:srgbClr val="FFFFFF"/>
                </a:solidFill>
                <a:latin typeface="Lucida Sans Unicode"/>
                <a:cs typeface="Lucida Sans Unicode"/>
              </a:rPr>
              <a:t>apoyados</a:t>
            </a:r>
            <a:r>
              <a:rPr sz="1900" spc="-9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900" spc="65" dirty="0">
                <a:solidFill>
                  <a:srgbClr val="FFFFFF"/>
                </a:solidFill>
                <a:latin typeface="Lucida Sans Unicode"/>
                <a:cs typeface="Lucida Sans Unicode"/>
              </a:rPr>
              <a:t>en</a:t>
            </a:r>
            <a:r>
              <a:rPr sz="1900" spc="-9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900" dirty="0">
                <a:solidFill>
                  <a:srgbClr val="FFFFFF"/>
                </a:solidFill>
                <a:latin typeface="Lucida Sans Unicode"/>
                <a:cs typeface="Lucida Sans Unicode"/>
              </a:rPr>
              <a:t>el</a:t>
            </a:r>
            <a:r>
              <a:rPr sz="1900" spc="-9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900" spc="-20" dirty="0">
                <a:solidFill>
                  <a:srgbClr val="FFFFFF"/>
                </a:solidFill>
                <a:latin typeface="Lucida Sans Unicode"/>
                <a:cs typeface="Lucida Sans Unicode"/>
              </a:rPr>
              <a:t>suelo</a:t>
            </a:r>
            <a:endParaRPr sz="190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320165" cy="1929764"/>
            <a:chOff x="0" y="0"/>
            <a:chExt cx="1320165" cy="1929764"/>
          </a:xfrm>
        </p:grpSpPr>
        <p:sp>
          <p:nvSpPr>
            <p:cNvPr id="3" name="object 3"/>
            <p:cNvSpPr/>
            <p:nvPr/>
          </p:nvSpPr>
          <p:spPr>
            <a:xfrm>
              <a:off x="57467" y="0"/>
              <a:ext cx="1263015" cy="1073150"/>
            </a:xfrm>
            <a:custGeom>
              <a:avLst/>
              <a:gdLst/>
              <a:ahLst/>
              <a:cxnLst/>
              <a:rect l="l" t="t" r="r" b="b"/>
              <a:pathLst>
                <a:path w="1263015" h="1073150">
                  <a:moveTo>
                    <a:pt x="1262440" y="0"/>
                  </a:moveTo>
                  <a:lnTo>
                    <a:pt x="835425" y="910530"/>
                  </a:lnTo>
                  <a:lnTo>
                    <a:pt x="387099" y="1072947"/>
                  </a:lnTo>
                  <a:lnTo>
                    <a:pt x="0" y="0"/>
                  </a:lnTo>
                  <a:lnTo>
                    <a:pt x="1262440" y="0"/>
                  </a:lnTo>
                  <a:close/>
                </a:path>
              </a:pathLst>
            </a:custGeom>
            <a:solidFill>
              <a:srgbClr val="FFDE5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1005435"/>
              <a:ext cx="506095" cy="761365"/>
            </a:xfrm>
            <a:custGeom>
              <a:avLst/>
              <a:gdLst/>
              <a:ahLst/>
              <a:cxnLst/>
              <a:rect l="l" t="t" r="r" b="b"/>
              <a:pathLst>
                <a:path w="506095" h="761364">
                  <a:moveTo>
                    <a:pt x="297041" y="0"/>
                  </a:moveTo>
                  <a:lnTo>
                    <a:pt x="505691" y="578432"/>
                  </a:lnTo>
                  <a:lnTo>
                    <a:pt x="0" y="761346"/>
                  </a:lnTo>
                  <a:lnTo>
                    <a:pt x="0" y="107618"/>
                  </a:lnTo>
                  <a:lnTo>
                    <a:pt x="297041" y="0"/>
                  </a:lnTo>
                  <a:close/>
                </a:path>
              </a:pathLst>
            </a:custGeom>
            <a:solidFill>
              <a:srgbClr val="FFDE58">
                <a:alpha val="7175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375317"/>
              <a:ext cx="1137285" cy="1554480"/>
            </a:xfrm>
            <a:custGeom>
              <a:avLst/>
              <a:gdLst/>
              <a:ahLst/>
              <a:cxnLst/>
              <a:rect l="l" t="t" r="r" b="b"/>
              <a:pathLst>
                <a:path w="1137285" h="1554480">
                  <a:moveTo>
                    <a:pt x="1131362" y="0"/>
                  </a:moveTo>
                  <a:lnTo>
                    <a:pt x="1136810" y="15102"/>
                  </a:lnTo>
                  <a:lnTo>
                    <a:pt x="417598" y="1548690"/>
                  </a:lnTo>
                  <a:lnTo>
                    <a:pt x="402503" y="1554159"/>
                  </a:lnTo>
                  <a:lnTo>
                    <a:pt x="0" y="439066"/>
                  </a:lnTo>
                  <a:lnTo>
                    <a:pt x="0" y="409863"/>
                  </a:lnTo>
                  <a:lnTo>
                    <a:pt x="1131362" y="0"/>
                  </a:lnTo>
                  <a:close/>
                </a:path>
              </a:pathLst>
            </a:custGeom>
            <a:solidFill>
              <a:srgbClr val="236575">
                <a:alpha val="7175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772660" cy="758264"/>
            </a:xfrm>
            <a:prstGeom prst="rect">
              <a:avLst/>
            </a:prstGeom>
          </p:spPr>
        </p:pic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5090" rIns="0" bIns="0" rtlCol="0">
            <a:spAutoFit/>
          </a:bodyPr>
          <a:lstStyle/>
          <a:p>
            <a:pPr marL="666750" marR="5080" indent="-654685">
              <a:lnSpc>
                <a:spcPts val="6450"/>
              </a:lnSpc>
              <a:spcBef>
                <a:spcPts val="670"/>
              </a:spcBef>
            </a:pPr>
            <a:r>
              <a:rPr spc="270" dirty="0"/>
              <a:t>ERGONOMÍA </a:t>
            </a:r>
            <a:r>
              <a:rPr spc="-10" dirty="0"/>
              <a:t>LABORAL</a:t>
            </a:r>
          </a:p>
        </p:txBody>
      </p:sp>
      <p:grpSp>
        <p:nvGrpSpPr>
          <p:cNvPr id="8" name="object 8"/>
          <p:cNvGrpSpPr/>
          <p:nvPr/>
        </p:nvGrpSpPr>
        <p:grpSpPr>
          <a:xfrm>
            <a:off x="0" y="6159677"/>
            <a:ext cx="7620000" cy="12889230"/>
            <a:chOff x="0" y="6159677"/>
            <a:chExt cx="7620000" cy="12889230"/>
          </a:xfrm>
        </p:grpSpPr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780603" y="7302079"/>
              <a:ext cx="4057649" cy="4448174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1143787" y="7151800"/>
              <a:ext cx="5036820" cy="5036820"/>
            </a:xfrm>
            <a:custGeom>
              <a:avLst/>
              <a:gdLst/>
              <a:ahLst/>
              <a:cxnLst/>
              <a:rect l="l" t="t" r="r" b="b"/>
              <a:pathLst>
                <a:path w="5036820" h="5036820">
                  <a:moveTo>
                    <a:pt x="5036350" y="2248611"/>
                  </a:moveTo>
                  <a:lnTo>
                    <a:pt x="2980156" y="2248611"/>
                  </a:lnTo>
                  <a:lnTo>
                    <a:pt x="2980156" y="0"/>
                  </a:lnTo>
                  <a:lnTo>
                    <a:pt x="2379002" y="12"/>
                  </a:lnTo>
                  <a:lnTo>
                    <a:pt x="2379002" y="2248611"/>
                  </a:lnTo>
                  <a:lnTo>
                    <a:pt x="0" y="2248611"/>
                  </a:lnTo>
                  <a:lnTo>
                    <a:pt x="0" y="2605798"/>
                  </a:lnTo>
                  <a:lnTo>
                    <a:pt x="2379002" y="2605798"/>
                  </a:lnTo>
                  <a:lnTo>
                    <a:pt x="2379002" y="5036350"/>
                  </a:lnTo>
                  <a:lnTo>
                    <a:pt x="2980156" y="5036350"/>
                  </a:lnTo>
                  <a:lnTo>
                    <a:pt x="2980156" y="2605798"/>
                  </a:lnTo>
                  <a:lnTo>
                    <a:pt x="5036350" y="2605798"/>
                  </a:lnTo>
                  <a:lnTo>
                    <a:pt x="5036350" y="2248611"/>
                  </a:lnTo>
                  <a:close/>
                </a:path>
              </a:pathLst>
            </a:custGeom>
            <a:solidFill>
              <a:srgbClr val="53535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789265" y="12402579"/>
              <a:ext cx="4067174" cy="4314824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1246289" y="12402590"/>
              <a:ext cx="5036820" cy="5036820"/>
            </a:xfrm>
            <a:custGeom>
              <a:avLst/>
              <a:gdLst/>
              <a:ahLst/>
              <a:cxnLst/>
              <a:rect l="l" t="t" r="r" b="b"/>
              <a:pathLst>
                <a:path w="5036820" h="5036819">
                  <a:moveTo>
                    <a:pt x="5036350" y="2000211"/>
                  </a:moveTo>
                  <a:lnTo>
                    <a:pt x="2877655" y="2000211"/>
                  </a:lnTo>
                  <a:lnTo>
                    <a:pt x="2877655" y="0"/>
                  </a:lnTo>
                  <a:lnTo>
                    <a:pt x="2276500" y="0"/>
                  </a:lnTo>
                  <a:lnTo>
                    <a:pt x="2276500" y="2000211"/>
                  </a:lnTo>
                  <a:lnTo>
                    <a:pt x="0" y="2000211"/>
                  </a:lnTo>
                  <a:lnTo>
                    <a:pt x="0" y="2357399"/>
                  </a:lnTo>
                  <a:lnTo>
                    <a:pt x="2276500" y="2357399"/>
                  </a:lnTo>
                  <a:lnTo>
                    <a:pt x="2276500" y="5036337"/>
                  </a:lnTo>
                  <a:lnTo>
                    <a:pt x="2877655" y="5036337"/>
                  </a:lnTo>
                  <a:lnTo>
                    <a:pt x="2877655" y="2357399"/>
                  </a:lnTo>
                  <a:lnTo>
                    <a:pt x="5036350" y="2357399"/>
                  </a:lnTo>
                  <a:lnTo>
                    <a:pt x="5036350" y="2000211"/>
                  </a:lnTo>
                  <a:close/>
                </a:path>
              </a:pathLst>
            </a:custGeom>
            <a:solidFill>
              <a:srgbClr val="53535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299086" y="6698971"/>
              <a:ext cx="407670" cy="434340"/>
            </a:xfrm>
            <a:custGeom>
              <a:avLst/>
              <a:gdLst/>
              <a:ahLst/>
              <a:cxnLst/>
              <a:rect l="l" t="t" r="r" b="b"/>
              <a:pathLst>
                <a:path w="407669" h="434340">
                  <a:moveTo>
                    <a:pt x="300181" y="414206"/>
                  </a:moveTo>
                  <a:lnTo>
                    <a:pt x="15933" y="103249"/>
                  </a:lnTo>
                  <a:lnTo>
                    <a:pt x="3394" y="82333"/>
                  </a:lnTo>
                  <a:lnTo>
                    <a:pt x="0" y="58990"/>
                  </a:lnTo>
                  <a:lnTo>
                    <a:pt x="5616" y="36023"/>
                  </a:lnTo>
                  <a:lnTo>
                    <a:pt x="20108" y="16235"/>
                  </a:lnTo>
                  <a:lnTo>
                    <a:pt x="41141" y="3549"/>
                  </a:lnTo>
                  <a:lnTo>
                    <a:pt x="64533" y="0"/>
                  </a:lnTo>
                  <a:lnTo>
                    <a:pt x="87483" y="5466"/>
                  </a:lnTo>
                  <a:lnTo>
                    <a:pt x="107193" y="19827"/>
                  </a:lnTo>
                  <a:lnTo>
                    <a:pt x="391442" y="330784"/>
                  </a:lnTo>
                  <a:lnTo>
                    <a:pt x="403980" y="351701"/>
                  </a:lnTo>
                  <a:lnTo>
                    <a:pt x="407369" y="375049"/>
                  </a:lnTo>
                  <a:lnTo>
                    <a:pt x="401739" y="398028"/>
                  </a:lnTo>
                  <a:lnTo>
                    <a:pt x="387176" y="417794"/>
                  </a:lnTo>
                  <a:lnTo>
                    <a:pt x="366213" y="430502"/>
                  </a:lnTo>
                  <a:lnTo>
                    <a:pt x="342836" y="434039"/>
                  </a:lnTo>
                  <a:lnTo>
                    <a:pt x="319890" y="428568"/>
                  </a:lnTo>
                  <a:lnTo>
                    <a:pt x="300181" y="414206"/>
                  </a:lnTo>
                  <a:close/>
                </a:path>
              </a:pathLst>
            </a:custGeom>
            <a:solidFill>
              <a:srgbClr val="F5B18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07562" y="6159677"/>
              <a:ext cx="516255" cy="499745"/>
            </a:xfrm>
            <a:custGeom>
              <a:avLst/>
              <a:gdLst/>
              <a:ahLst/>
              <a:cxnLst/>
              <a:rect l="l" t="t" r="r" b="b"/>
              <a:pathLst>
                <a:path w="516255" h="499745">
                  <a:moveTo>
                    <a:pt x="154010" y="499589"/>
                  </a:moveTo>
                  <a:lnTo>
                    <a:pt x="0" y="331107"/>
                  </a:lnTo>
                  <a:lnTo>
                    <a:pt x="362218" y="0"/>
                  </a:lnTo>
                  <a:lnTo>
                    <a:pt x="516229" y="168481"/>
                  </a:lnTo>
                  <a:lnTo>
                    <a:pt x="154010" y="499589"/>
                  </a:lnTo>
                  <a:close/>
                </a:path>
              </a:pathLst>
            </a:custGeom>
            <a:solidFill>
              <a:srgbClr val="1736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616633" y="6486739"/>
              <a:ext cx="61594" cy="61594"/>
            </a:xfrm>
            <a:custGeom>
              <a:avLst/>
              <a:gdLst/>
              <a:ahLst/>
              <a:cxnLst/>
              <a:rect l="l" t="t" r="r" b="b"/>
              <a:pathLst>
                <a:path w="61595" h="61595">
                  <a:moveTo>
                    <a:pt x="7944" y="51626"/>
                  </a:moveTo>
                  <a:lnTo>
                    <a:pt x="1688" y="41181"/>
                  </a:lnTo>
                  <a:lnTo>
                    <a:pt x="0" y="29514"/>
                  </a:lnTo>
                  <a:lnTo>
                    <a:pt x="2817" y="18026"/>
                  </a:lnTo>
                  <a:lnTo>
                    <a:pt x="10077" y="8120"/>
                  </a:lnTo>
                  <a:lnTo>
                    <a:pt x="20593" y="1777"/>
                  </a:lnTo>
                  <a:lnTo>
                    <a:pt x="32287" y="0"/>
                  </a:lnTo>
                  <a:lnTo>
                    <a:pt x="43756" y="2726"/>
                  </a:lnTo>
                  <a:lnTo>
                    <a:pt x="53598" y="9893"/>
                  </a:lnTo>
                  <a:lnTo>
                    <a:pt x="59880" y="20365"/>
                  </a:lnTo>
                  <a:lnTo>
                    <a:pt x="61581" y="32046"/>
                  </a:lnTo>
                  <a:lnTo>
                    <a:pt x="58768" y="43538"/>
                  </a:lnTo>
                  <a:lnTo>
                    <a:pt x="51508" y="53445"/>
                  </a:lnTo>
                  <a:lnTo>
                    <a:pt x="40992" y="59788"/>
                  </a:lnTo>
                  <a:lnTo>
                    <a:pt x="29293" y="61560"/>
                  </a:lnTo>
                  <a:lnTo>
                    <a:pt x="17812" y="58820"/>
                  </a:lnTo>
                  <a:lnTo>
                    <a:pt x="7944" y="5162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885786" y="6674127"/>
              <a:ext cx="527050" cy="448945"/>
            </a:xfrm>
            <a:custGeom>
              <a:avLst/>
              <a:gdLst/>
              <a:ahLst/>
              <a:cxnLst/>
              <a:rect l="l" t="t" r="r" b="b"/>
              <a:pathLst>
                <a:path w="527050" h="448945">
                  <a:moveTo>
                    <a:pt x="526986" y="242252"/>
                  </a:moveTo>
                  <a:lnTo>
                    <a:pt x="516572" y="223659"/>
                  </a:lnTo>
                  <a:lnTo>
                    <a:pt x="330288" y="19862"/>
                  </a:lnTo>
                  <a:lnTo>
                    <a:pt x="310553" y="5473"/>
                  </a:lnTo>
                  <a:lnTo>
                    <a:pt x="287591" y="0"/>
                  </a:lnTo>
                  <a:lnTo>
                    <a:pt x="264198" y="3543"/>
                  </a:lnTo>
                  <a:lnTo>
                    <a:pt x="243154" y="16230"/>
                  </a:lnTo>
                  <a:lnTo>
                    <a:pt x="228663" y="36017"/>
                  </a:lnTo>
                  <a:lnTo>
                    <a:pt x="223050" y="58978"/>
                  </a:lnTo>
                  <a:lnTo>
                    <a:pt x="226466" y="82346"/>
                  </a:lnTo>
                  <a:lnTo>
                    <a:pt x="239026" y="103289"/>
                  </a:lnTo>
                  <a:lnTo>
                    <a:pt x="252603" y="118148"/>
                  </a:lnTo>
                  <a:lnTo>
                    <a:pt x="232918" y="103797"/>
                  </a:lnTo>
                  <a:lnTo>
                    <a:pt x="209969" y="98323"/>
                  </a:lnTo>
                  <a:lnTo>
                    <a:pt x="186588" y="101866"/>
                  </a:lnTo>
                  <a:lnTo>
                    <a:pt x="165582" y="114528"/>
                  </a:lnTo>
                  <a:lnTo>
                    <a:pt x="151079" y="134315"/>
                  </a:lnTo>
                  <a:lnTo>
                    <a:pt x="145453" y="157302"/>
                  </a:lnTo>
                  <a:lnTo>
                    <a:pt x="148831" y="180657"/>
                  </a:lnTo>
                  <a:lnTo>
                    <a:pt x="161366" y="201587"/>
                  </a:lnTo>
                  <a:lnTo>
                    <a:pt x="220065" y="265811"/>
                  </a:lnTo>
                  <a:lnTo>
                    <a:pt x="107226" y="142367"/>
                  </a:lnTo>
                  <a:lnTo>
                    <a:pt x="87503" y="127977"/>
                  </a:lnTo>
                  <a:lnTo>
                    <a:pt x="64541" y="122491"/>
                  </a:lnTo>
                  <a:lnTo>
                    <a:pt x="41160" y="126022"/>
                  </a:lnTo>
                  <a:lnTo>
                    <a:pt x="20154" y="138684"/>
                  </a:lnTo>
                  <a:lnTo>
                    <a:pt x="5626" y="158496"/>
                  </a:lnTo>
                  <a:lnTo>
                    <a:pt x="0" y="181483"/>
                  </a:lnTo>
                  <a:lnTo>
                    <a:pt x="3403" y="204838"/>
                  </a:lnTo>
                  <a:lnTo>
                    <a:pt x="15976" y="225793"/>
                  </a:lnTo>
                  <a:lnTo>
                    <a:pt x="205727" y="433374"/>
                  </a:lnTo>
                  <a:lnTo>
                    <a:pt x="224116" y="446290"/>
                  </a:lnTo>
                  <a:lnTo>
                    <a:pt x="244170" y="448589"/>
                  </a:lnTo>
                  <a:lnTo>
                    <a:pt x="264668" y="441871"/>
                  </a:lnTo>
                  <a:lnTo>
                    <a:pt x="284391" y="427748"/>
                  </a:lnTo>
                  <a:lnTo>
                    <a:pt x="300202" y="409397"/>
                  </a:lnTo>
                  <a:lnTo>
                    <a:pt x="308711" y="389597"/>
                  </a:lnTo>
                  <a:lnTo>
                    <a:pt x="308203" y="369430"/>
                  </a:lnTo>
                  <a:lnTo>
                    <a:pt x="296989" y="349961"/>
                  </a:lnTo>
                  <a:lnTo>
                    <a:pt x="320459" y="375627"/>
                  </a:lnTo>
                  <a:lnTo>
                    <a:pt x="338556" y="388213"/>
                  </a:lnTo>
                  <a:lnTo>
                    <a:pt x="357962" y="389775"/>
                  </a:lnTo>
                  <a:lnTo>
                    <a:pt x="377799" y="382333"/>
                  </a:lnTo>
                  <a:lnTo>
                    <a:pt x="397192" y="367906"/>
                  </a:lnTo>
                  <a:lnTo>
                    <a:pt x="413308" y="349885"/>
                  </a:lnTo>
                  <a:lnTo>
                    <a:pt x="422478" y="330809"/>
                  </a:lnTo>
                  <a:lnTo>
                    <a:pt x="422643" y="311353"/>
                  </a:lnTo>
                  <a:lnTo>
                    <a:pt x="411721" y="292227"/>
                  </a:lnTo>
                  <a:lnTo>
                    <a:pt x="425323" y="307086"/>
                  </a:lnTo>
                  <a:lnTo>
                    <a:pt x="442899" y="319125"/>
                  </a:lnTo>
                  <a:lnTo>
                    <a:pt x="461175" y="319481"/>
                  </a:lnTo>
                  <a:lnTo>
                    <a:pt x="479882" y="310832"/>
                  </a:lnTo>
                  <a:lnTo>
                    <a:pt x="498754" y="295846"/>
                  </a:lnTo>
                  <a:lnTo>
                    <a:pt x="515404" y="278358"/>
                  </a:lnTo>
                  <a:lnTo>
                    <a:pt x="525703" y="260489"/>
                  </a:lnTo>
                  <a:lnTo>
                    <a:pt x="526986" y="242252"/>
                  </a:lnTo>
                  <a:close/>
                </a:path>
              </a:pathLst>
            </a:custGeom>
            <a:solidFill>
              <a:srgbClr val="F5B18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159637" y="6858316"/>
              <a:ext cx="252095" cy="181610"/>
            </a:xfrm>
            <a:custGeom>
              <a:avLst/>
              <a:gdLst/>
              <a:ahLst/>
              <a:cxnLst/>
              <a:rect l="l" t="t" r="r" b="b"/>
              <a:pathLst>
                <a:path w="252094" h="181609">
                  <a:moveTo>
                    <a:pt x="37896" y="172453"/>
                  </a:moveTo>
                  <a:lnTo>
                    <a:pt x="9410" y="141300"/>
                  </a:lnTo>
                  <a:lnTo>
                    <a:pt x="0" y="149910"/>
                  </a:lnTo>
                  <a:lnTo>
                    <a:pt x="28473" y="181051"/>
                  </a:lnTo>
                  <a:lnTo>
                    <a:pt x="37896" y="172453"/>
                  </a:lnTo>
                  <a:close/>
                </a:path>
                <a:path w="252094" h="181609">
                  <a:moveTo>
                    <a:pt x="152107" y="114147"/>
                  </a:moveTo>
                  <a:lnTo>
                    <a:pt x="115646" y="74244"/>
                  </a:lnTo>
                  <a:lnTo>
                    <a:pt x="106222" y="82854"/>
                  </a:lnTo>
                  <a:lnTo>
                    <a:pt x="142697" y="122758"/>
                  </a:lnTo>
                  <a:lnTo>
                    <a:pt x="152107" y="114147"/>
                  </a:lnTo>
                  <a:close/>
                </a:path>
                <a:path w="252094" h="181609">
                  <a:moveTo>
                    <a:pt x="251802" y="39941"/>
                  </a:moveTo>
                  <a:lnTo>
                    <a:pt x="215277" y="0"/>
                  </a:lnTo>
                  <a:lnTo>
                    <a:pt x="205867" y="8597"/>
                  </a:lnTo>
                  <a:lnTo>
                    <a:pt x="242379" y="48539"/>
                  </a:lnTo>
                  <a:lnTo>
                    <a:pt x="251802" y="39941"/>
                  </a:lnTo>
                  <a:close/>
                </a:path>
              </a:pathLst>
            </a:custGeom>
            <a:solidFill>
              <a:srgbClr val="DD8C6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699312" y="6357250"/>
              <a:ext cx="889635" cy="5996305"/>
            </a:xfrm>
            <a:custGeom>
              <a:avLst/>
              <a:gdLst/>
              <a:ahLst/>
              <a:cxnLst/>
              <a:rect l="l" t="t" r="r" b="b"/>
              <a:pathLst>
                <a:path w="889635" h="5996305">
                  <a:moveTo>
                    <a:pt x="883145" y="180936"/>
                  </a:moveTo>
                  <a:lnTo>
                    <a:pt x="882586" y="155155"/>
                  </a:lnTo>
                  <a:lnTo>
                    <a:pt x="852678" y="136486"/>
                  </a:lnTo>
                  <a:lnTo>
                    <a:pt x="787374" y="131965"/>
                  </a:lnTo>
                  <a:lnTo>
                    <a:pt x="525589" y="72212"/>
                  </a:lnTo>
                  <a:lnTo>
                    <a:pt x="509498" y="68694"/>
                  </a:lnTo>
                  <a:lnTo>
                    <a:pt x="467880" y="61861"/>
                  </a:lnTo>
                  <a:lnTo>
                    <a:pt x="410705" y="57264"/>
                  </a:lnTo>
                  <a:lnTo>
                    <a:pt x="347941" y="60477"/>
                  </a:lnTo>
                  <a:lnTo>
                    <a:pt x="292658" y="0"/>
                  </a:lnTo>
                  <a:lnTo>
                    <a:pt x="0" y="267512"/>
                  </a:lnTo>
                  <a:lnTo>
                    <a:pt x="58623" y="331647"/>
                  </a:lnTo>
                  <a:lnTo>
                    <a:pt x="57759" y="337781"/>
                  </a:lnTo>
                  <a:lnTo>
                    <a:pt x="58280" y="354647"/>
                  </a:lnTo>
                  <a:lnTo>
                    <a:pt x="64846" y="379844"/>
                  </a:lnTo>
                  <a:lnTo>
                    <a:pt x="82130" y="411048"/>
                  </a:lnTo>
                  <a:lnTo>
                    <a:pt x="338328" y="691311"/>
                  </a:lnTo>
                  <a:lnTo>
                    <a:pt x="703364" y="357619"/>
                  </a:lnTo>
                  <a:lnTo>
                    <a:pt x="655142" y="304863"/>
                  </a:lnTo>
                  <a:lnTo>
                    <a:pt x="650443" y="294919"/>
                  </a:lnTo>
                  <a:lnTo>
                    <a:pt x="643051" y="273265"/>
                  </a:lnTo>
                  <a:lnTo>
                    <a:pt x="642975" y="252158"/>
                  </a:lnTo>
                  <a:lnTo>
                    <a:pt x="660222" y="243890"/>
                  </a:lnTo>
                  <a:lnTo>
                    <a:pt x="661377" y="245148"/>
                  </a:lnTo>
                  <a:lnTo>
                    <a:pt x="680313" y="250583"/>
                  </a:lnTo>
                  <a:lnTo>
                    <a:pt x="728687" y="256997"/>
                  </a:lnTo>
                  <a:lnTo>
                    <a:pt x="793927" y="249605"/>
                  </a:lnTo>
                  <a:lnTo>
                    <a:pt x="863422" y="213639"/>
                  </a:lnTo>
                  <a:lnTo>
                    <a:pt x="871156" y="203784"/>
                  </a:lnTo>
                  <a:lnTo>
                    <a:pt x="883145" y="180936"/>
                  </a:lnTo>
                  <a:close/>
                </a:path>
                <a:path w="889635" h="5996305">
                  <a:moveTo>
                    <a:pt x="889038" y="5937059"/>
                  </a:moveTo>
                  <a:lnTo>
                    <a:pt x="873112" y="5892800"/>
                  </a:lnTo>
                  <a:lnTo>
                    <a:pt x="588860" y="5581840"/>
                  </a:lnTo>
                  <a:lnTo>
                    <a:pt x="546201" y="5562016"/>
                  </a:lnTo>
                  <a:lnTo>
                    <a:pt x="522808" y="5565559"/>
                  </a:lnTo>
                  <a:lnTo>
                    <a:pt x="501777" y="5578246"/>
                  </a:lnTo>
                  <a:lnTo>
                    <a:pt x="487286" y="5598033"/>
                  </a:lnTo>
                  <a:lnTo>
                    <a:pt x="481672" y="5620994"/>
                  </a:lnTo>
                  <a:lnTo>
                    <a:pt x="485063" y="5644350"/>
                  </a:lnTo>
                  <a:lnTo>
                    <a:pt x="497598" y="5665254"/>
                  </a:lnTo>
                  <a:lnTo>
                    <a:pt x="781850" y="5976213"/>
                  </a:lnTo>
                  <a:lnTo>
                    <a:pt x="801560" y="5990577"/>
                  </a:lnTo>
                  <a:lnTo>
                    <a:pt x="824496" y="5996051"/>
                  </a:lnTo>
                  <a:lnTo>
                    <a:pt x="847877" y="5992507"/>
                  </a:lnTo>
                  <a:lnTo>
                    <a:pt x="868845" y="5979807"/>
                  </a:lnTo>
                  <a:lnTo>
                    <a:pt x="883412" y="5960034"/>
                  </a:lnTo>
                  <a:lnTo>
                    <a:pt x="889038" y="5937059"/>
                  </a:lnTo>
                  <a:close/>
                </a:path>
              </a:pathLst>
            </a:custGeom>
            <a:solidFill>
              <a:srgbClr val="F5B18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389462" y="11379960"/>
              <a:ext cx="516255" cy="499745"/>
            </a:xfrm>
            <a:custGeom>
              <a:avLst/>
              <a:gdLst/>
              <a:ahLst/>
              <a:cxnLst/>
              <a:rect l="l" t="t" r="r" b="b"/>
              <a:pathLst>
                <a:path w="516255" h="499745">
                  <a:moveTo>
                    <a:pt x="154010" y="499589"/>
                  </a:moveTo>
                  <a:lnTo>
                    <a:pt x="0" y="331107"/>
                  </a:lnTo>
                  <a:lnTo>
                    <a:pt x="362218" y="0"/>
                  </a:lnTo>
                  <a:lnTo>
                    <a:pt x="516229" y="168481"/>
                  </a:lnTo>
                  <a:lnTo>
                    <a:pt x="154010" y="499589"/>
                  </a:lnTo>
                  <a:close/>
                </a:path>
              </a:pathLst>
            </a:custGeom>
            <a:solidFill>
              <a:srgbClr val="1736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498533" y="11707023"/>
              <a:ext cx="61594" cy="61594"/>
            </a:xfrm>
            <a:custGeom>
              <a:avLst/>
              <a:gdLst/>
              <a:ahLst/>
              <a:cxnLst/>
              <a:rect l="l" t="t" r="r" b="b"/>
              <a:pathLst>
                <a:path w="61595" h="61595">
                  <a:moveTo>
                    <a:pt x="7944" y="51626"/>
                  </a:moveTo>
                  <a:lnTo>
                    <a:pt x="1688" y="41181"/>
                  </a:lnTo>
                  <a:lnTo>
                    <a:pt x="0" y="29514"/>
                  </a:lnTo>
                  <a:lnTo>
                    <a:pt x="2817" y="18026"/>
                  </a:lnTo>
                  <a:lnTo>
                    <a:pt x="10077" y="8120"/>
                  </a:lnTo>
                  <a:lnTo>
                    <a:pt x="20593" y="1777"/>
                  </a:lnTo>
                  <a:lnTo>
                    <a:pt x="32287" y="0"/>
                  </a:lnTo>
                  <a:lnTo>
                    <a:pt x="43756" y="2726"/>
                  </a:lnTo>
                  <a:lnTo>
                    <a:pt x="53598" y="9893"/>
                  </a:lnTo>
                  <a:lnTo>
                    <a:pt x="59880" y="20365"/>
                  </a:lnTo>
                  <a:lnTo>
                    <a:pt x="61581" y="32046"/>
                  </a:lnTo>
                  <a:lnTo>
                    <a:pt x="58768" y="43538"/>
                  </a:lnTo>
                  <a:lnTo>
                    <a:pt x="51508" y="53445"/>
                  </a:lnTo>
                  <a:lnTo>
                    <a:pt x="40992" y="59788"/>
                  </a:lnTo>
                  <a:lnTo>
                    <a:pt x="29293" y="61560"/>
                  </a:lnTo>
                  <a:lnTo>
                    <a:pt x="17812" y="58820"/>
                  </a:lnTo>
                  <a:lnTo>
                    <a:pt x="7944" y="5162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767689" y="11894399"/>
              <a:ext cx="527050" cy="448945"/>
            </a:xfrm>
            <a:custGeom>
              <a:avLst/>
              <a:gdLst/>
              <a:ahLst/>
              <a:cxnLst/>
              <a:rect l="l" t="t" r="r" b="b"/>
              <a:pathLst>
                <a:path w="527050" h="448945">
                  <a:moveTo>
                    <a:pt x="526986" y="242265"/>
                  </a:moveTo>
                  <a:lnTo>
                    <a:pt x="516572" y="223672"/>
                  </a:lnTo>
                  <a:lnTo>
                    <a:pt x="330288" y="19875"/>
                  </a:lnTo>
                  <a:lnTo>
                    <a:pt x="310553" y="5486"/>
                  </a:lnTo>
                  <a:lnTo>
                    <a:pt x="287591" y="0"/>
                  </a:lnTo>
                  <a:lnTo>
                    <a:pt x="264185" y="3556"/>
                  </a:lnTo>
                  <a:lnTo>
                    <a:pt x="243154" y="16230"/>
                  </a:lnTo>
                  <a:lnTo>
                    <a:pt x="228663" y="36029"/>
                  </a:lnTo>
                  <a:lnTo>
                    <a:pt x="223050" y="58991"/>
                  </a:lnTo>
                  <a:lnTo>
                    <a:pt x="226453" y="82359"/>
                  </a:lnTo>
                  <a:lnTo>
                    <a:pt x="239026" y="103301"/>
                  </a:lnTo>
                  <a:lnTo>
                    <a:pt x="252615" y="118173"/>
                  </a:lnTo>
                  <a:lnTo>
                    <a:pt x="232905" y="103809"/>
                  </a:lnTo>
                  <a:lnTo>
                    <a:pt x="209969" y="98336"/>
                  </a:lnTo>
                  <a:lnTo>
                    <a:pt x="186588" y="101879"/>
                  </a:lnTo>
                  <a:lnTo>
                    <a:pt x="165582" y="114541"/>
                  </a:lnTo>
                  <a:lnTo>
                    <a:pt x="151079" y="134327"/>
                  </a:lnTo>
                  <a:lnTo>
                    <a:pt x="145453" y="157314"/>
                  </a:lnTo>
                  <a:lnTo>
                    <a:pt x="148831" y="180670"/>
                  </a:lnTo>
                  <a:lnTo>
                    <a:pt x="161328" y="201574"/>
                  </a:lnTo>
                  <a:lnTo>
                    <a:pt x="107226" y="142379"/>
                  </a:lnTo>
                  <a:lnTo>
                    <a:pt x="87490" y="127990"/>
                  </a:lnTo>
                  <a:lnTo>
                    <a:pt x="64541" y="122504"/>
                  </a:lnTo>
                  <a:lnTo>
                    <a:pt x="41148" y="126034"/>
                  </a:lnTo>
                  <a:lnTo>
                    <a:pt x="20142" y="138696"/>
                  </a:lnTo>
                  <a:lnTo>
                    <a:pt x="5626" y="158508"/>
                  </a:lnTo>
                  <a:lnTo>
                    <a:pt x="0" y="181495"/>
                  </a:lnTo>
                  <a:lnTo>
                    <a:pt x="3403" y="204851"/>
                  </a:lnTo>
                  <a:lnTo>
                    <a:pt x="15963" y="225793"/>
                  </a:lnTo>
                  <a:lnTo>
                    <a:pt x="205727" y="433387"/>
                  </a:lnTo>
                  <a:lnTo>
                    <a:pt x="224116" y="446303"/>
                  </a:lnTo>
                  <a:lnTo>
                    <a:pt x="244170" y="448602"/>
                  </a:lnTo>
                  <a:lnTo>
                    <a:pt x="264668" y="441883"/>
                  </a:lnTo>
                  <a:lnTo>
                    <a:pt x="284391" y="427761"/>
                  </a:lnTo>
                  <a:lnTo>
                    <a:pt x="300189" y="409409"/>
                  </a:lnTo>
                  <a:lnTo>
                    <a:pt x="308711" y="389610"/>
                  </a:lnTo>
                  <a:lnTo>
                    <a:pt x="308203" y="369443"/>
                  </a:lnTo>
                  <a:lnTo>
                    <a:pt x="296989" y="349986"/>
                  </a:lnTo>
                  <a:lnTo>
                    <a:pt x="320459" y="375640"/>
                  </a:lnTo>
                  <a:lnTo>
                    <a:pt x="338556" y="388226"/>
                  </a:lnTo>
                  <a:lnTo>
                    <a:pt x="357962" y="389788"/>
                  </a:lnTo>
                  <a:lnTo>
                    <a:pt x="377799" y="382346"/>
                  </a:lnTo>
                  <a:lnTo>
                    <a:pt x="397192" y="367919"/>
                  </a:lnTo>
                  <a:lnTo>
                    <a:pt x="413308" y="349897"/>
                  </a:lnTo>
                  <a:lnTo>
                    <a:pt x="422478" y="330822"/>
                  </a:lnTo>
                  <a:lnTo>
                    <a:pt x="422643" y="311365"/>
                  </a:lnTo>
                  <a:lnTo>
                    <a:pt x="411746" y="292265"/>
                  </a:lnTo>
                  <a:lnTo>
                    <a:pt x="425310" y="307098"/>
                  </a:lnTo>
                  <a:lnTo>
                    <a:pt x="442899" y="319125"/>
                  </a:lnTo>
                  <a:lnTo>
                    <a:pt x="461175" y="319493"/>
                  </a:lnTo>
                  <a:lnTo>
                    <a:pt x="479869" y="310845"/>
                  </a:lnTo>
                  <a:lnTo>
                    <a:pt x="498754" y="295859"/>
                  </a:lnTo>
                  <a:lnTo>
                    <a:pt x="515404" y="278371"/>
                  </a:lnTo>
                  <a:lnTo>
                    <a:pt x="525703" y="260502"/>
                  </a:lnTo>
                  <a:lnTo>
                    <a:pt x="526986" y="242265"/>
                  </a:lnTo>
                  <a:close/>
                </a:path>
              </a:pathLst>
            </a:custGeom>
            <a:solidFill>
              <a:srgbClr val="F5B18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1041539" y="12078600"/>
              <a:ext cx="252095" cy="181610"/>
            </a:xfrm>
            <a:custGeom>
              <a:avLst/>
              <a:gdLst/>
              <a:ahLst/>
              <a:cxnLst/>
              <a:rect l="l" t="t" r="r" b="b"/>
              <a:pathLst>
                <a:path w="252094" h="181609">
                  <a:moveTo>
                    <a:pt x="37884" y="172453"/>
                  </a:moveTo>
                  <a:lnTo>
                    <a:pt x="9410" y="141300"/>
                  </a:lnTo>
                  <a:lnTo>
                    <a:pt x="0" y="149910"/>
                  </a:lnTo>
                  <a:lnTo>
                    <a:pt x="28473" y="181051"/>
                  </a:lnTo>
                  <a:lnTo>
                    <a:pt x="37884" y="172453"/>
                  </a:lnTo>
                  <a:close/>
                </a:path>
                <a:path w="252094" h="181609">
                  <a:moveTo>
                    <a:pt x="152107" y="114147"/>
                  </a:moveTo>
                  <a:lnTo>
                    <a:pt x="115633" y="74244"/>
                  </a:lnTo>
                  <a:lnTo>
                    <a:pt x="106222" y="82854"/>
                  </a:lnTo>
                  <a:lnTo>
                    <a:pt x="142697" y="122758"/>
                  </a:lnTo>
                  <a:lnTo>
                    <a:pt x="152107" y="114147"/>
                  </a:lnTo>
                  <a:close/>
                </a:path>
                <a:path w="252094" h="181609">
                  <a:moveTo>
                    <a:pt x="251790" y="39941"/>
                  </a:moveTo>
                  <a:lnTo>
                    <a:pt x="215277" y="0"/>
                  </a:lnTo>
                  <a:lnTo>
                    <a:pt x="205867" y="8597"/>
                  </a:lnTo>
                  <a:lnTo>
                    <a:pt x="242379" y="48539"/>
                  </a:lnTo>
                  <a:lnTo>
                    <a:pt x="251790" y="39941"/>
                  </a:lnTo>
                  <a:close/>
                </a:path>
              </a:pathLst>
            </a:custGeom>
            <a:solidFill>
              <a:srgbClr val="DD8C6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581220" y="11577525"/>
              <a:ext cx="883285" cy="691515"/>
            </a:xfrm>
            <a:custGeom>
              <a:avLst/>
              <a:gdLst/>
              <a:ahLst/>
              <a:cxnLst/>
              <a:rect l="l" t="t" r="r" b="b"/>
              <a:pathLst>
                <a:path w="883285" h="691515">
                  <a:moveTo>
                    <a:pt x="338325" y="691316"/>
                  </a:moveTo>
                  <a:lnTo>
                    <a:pt x="82125" y="411044"/>
                  </a:lnTo>
                  <a:lnTo>
                    <a:pt x="64850" y="379849"/>
                  </a:lnTo>
                  <a:lnTo>
                    <a:pt x="58281" y="354644"/>
                  </a:lnTo>
                  <a:lnTo>
                    <a:pt x="57758" y="337789"/>
                  </a:lnTo>
                  <a:lnTo>
                    <a:pt x="58619" y="331646"/>
                  </a:lnTo>
                  <a:lnTo>
                    <a:pt x="0" y="267519"/>
                  </a:lnTo>
                  <a:lnTo>
                    <a:pt x="292655" y="0"/>
                  </a:lnTo>
                  <a:lnTo>
                    <a:pt x="347939" y="60479"/>
                  </a:lnTo>
                  <a:lnTo>
                    <a:pt x="410700" y="57265"/>
                  </a:lnTo>
                  <a:lnTo>
                    <a:pt x="467875" y="61860"/>
                  </a:lnTo>
                  <a:lnTo>
                    <a:pt x="509493" y="68699"/>
                  </a:lnTo>
                  <a:lnTo>
                    <a:pt x="525582" y="72216"/>
                  </a:lnTo>
                  <a:lnTo>
                    <a:pt x="787368" y="131962"/>
                  </a:lnTo>
                  <a:lnTo>
                    <a:pt x="852673" y="136488"/>
                  </a:lnTo>
                  <a:lnTo>
                    <a:pt x="882588" y="155151"/>
                  </a:lnTo>
                  <a:lnTo>
                    <a:pt x="883144" y="180939"/>
                  </a:lnTo>
                  <a:lnTo>
                    <a:pt x="871150" y="203790"/>
                  </a:lnTo>
                  <a:lnTo>
                    <a:pt x="863416" y="213643"/>
                  </a:lnTo>
                  <a:lnTo>
                    <a:pt x="793926" y="249609"/>
                  </a:lnTo>
                  <a:lnTo>
                    <a:pt x="728689" y="256993"/>
                  </a:lnTo>
                  <a:lnTo>
                    <a:pt x="680306" y="250579"/>
                  </a:lnTo>
                  <a:lnTo>
                    <a:pt x="661378" y="245156"/>
                  </a:lnTo>
                  <a:lnTo>
                    <a:pt x="660224" y="243893"/>
                  </a:lnTo>
                  <a:lnTo>
                    <a:pt x="642972" y="252163"/>
                  </a:lnTo>
                  <a:lnTo>
                    <a:pt x="643053" y="273262"/>
                  </a:lnTo>
                  <a:lnTo>
                    <a:pt x="650447" y="294920"/>
                  </a:lnTo>
                  <a:lnTo>
                    <a:pt x="655138" y="304865"/>
                  </a:lnTo>
                  <a:lnTo>
                    <a:pt x="703368" y="357627"/>
                  </a:lnTo>
                  <a:lnTo>
                    <a:pt x="338325" y="691316"/>
                  </a:lnTo>
                  <a:close/>
                </a:path>
              </a:pathLst>
            </a:custGeom>
            <a:solidFill>
              <a:srgbClr val="F5B18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4" name="object 2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0" y="17010524"/>
              <a:ext cx="7619999" cy="2038349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175768" y="11666308"/>
              <a:ext cx="1340807" cy="733424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0" y="13838669"/>
              <a:ext cx="1625533" cy="1304924"/>
            </a:xfrm>
            <a:prstGeom prst="rect">
              <a:avLst/>
            </a:prstGeom>
          </p:spPr>
        </p:pic>
      </p:grpSp>
      <p:sp>
        <p:nvSpPr>
          <p:cNvPr id="27" name="object 27"/>
          <p:cNvSpPr txBox="1"/>
          <p:nvPr/>
        </p:nvSpPr>
        <p:spPr>
          <a:xfrm>
            <a:off x="1266288" y="1922514"/>
            <a:ext cx="4989830" cy="4288790"/>
          </a:xfrm>
          <a:prstGeom prst="rect">
            <a:avLst/>
          </a:prstGeom>
        </p:spPr>
        <p:txBody>
          <a:bodyPr vert="horz" wrap="square" lIns="0" tIns="29845" rIns="0" bIns="0" rtlCol="0">
            <a:spAutoFit/>
          </a:bodyPr>
          <a:lstStyle/>
          <a:p>
            <a:pPr marL="12700" marR="5080" indent="-635" algn="ctr">
              <a:lnSpc>
                <a:spcPts val="2100"/>
              </a:lnSpc>
              <a:spcBef>
                <a:spcPts val="235"/>
              </a:spcBef>
            </a:pPr>
            <a:r>
              <a:rPr sz="1800" dirty="0">
                <a:solidFill>
                  <a:srgbClr val="FFFFFF"/>
                </a:solidFill>
                <a:latin typeface="Lucida Sans Unicode"/>
                <a:cs typeface="Lucida Sans Unicode"/>
              </a:rPr>
              <a:t>La</a:t>
            </a:r>
            <a:r>
              <a:rPr sz="1800" spc="-3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800" spc="65" dirty="0">
                <a:solidFill>
                  <a:srgbClr val="FFFFFF"/>
                </a:solidFill>
                <a:latin typeface="Lucida Sans Unicode"/>
                <a:cs typeface="Lucida Sans Unicode"/>
              </a:rPr>
              <a:t>ergonomía</a:t>
            </a:r>
            <a:r>
              <a:rPr sz="1800" spc="-3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800" spc="105" dirty="0">
                <a:solidFill>
                  <a:srgbClr val="FFFFFF"/>
                </a:solidFill>
                <a:latin typeface="Lucida Sans Unicode"/>
                <a:cs typeface="Lucida Sans Unicode"/>
              </a:rPr>
              <a:t>busca</a:t>
            </a:r>
            <a:r>
              <a:rPr sz="1800" spc="-3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800" spc="70" dirty="0">
                <a:solidFill>
                  <a:srgbClr val="FFFFFF"/>
                </a:solidFill>
                <a:latin typeface="Lucida Sans Unicode"/>
                <a:cs typeface="Lucida Sans Unicode"/>
              </a:rPr>
              <a:t>crear</a:t>
            </a:r>
            <a:r>
              <a:rPr sz="1800" spc="-3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800" dirty="0">
                <a:solidFill>
                  <a:srgbClr val="FFFFFF"/>
                </a:solidFill>
                <a:latin typeface="Lucida Sans Unicode"/>
                <a:cs typeface="Lucida Sans Unicode"/>
              </a:rPr>
              <a:t>un</a:t>
            </a:r>
            <a:r>
              <a:rPr sz="1800" spc="-3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800" dirty="0">
                <a:solidFill>
                  <a:srgbClr val="FFFFFF"/>
                </a:solidFill>
                <a:latin typeface="Lucida Sans Unicode"/>
                <a:cs typeface="Lucida Sans Unicode"/>
              </a:rPr>
              <a:t>entorno</a:t>
            </a:r>
            <a:r>
              <a:rPr sz="1800" spc="-3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800" spc="70" dirty="0">
                <a:solidFill>
                  <a:srgbClr val="FFFFFF"/>
                </a:solidFill>
                <a:latin typeface="Lucida Sans Unicode"/>
                <a:cs typeface="Lucida Sans Unicode"/>
              </a:rPr>
              <a:t>de </a:t>
            </a:r>
            <a:r>
              <a:rPr sz="1800" spc="50" dirty="0">
                <a:solidFill>
                  <a:srgbClr val="FFFFFF"/>
                </a:solidFill>
                <a:latin typeface="Lucida Sans Unicode"/>
                <a:cs typeface="Lucida Sans Unicode"/>
              </a:rPr>
              <a:t>trabajo</a:t>
            </a:r>
            <a:r>
              <a:rPr sz="1800" spc="-7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800" spc="75" dirty="0">
                <a:solidFill>
                  <a:srgbClr val="FFFFFF"/>
                </a:solidFill>
                <a:latin typeface="Lucida Sans Unicode"/>
                <a:cs typeface="Lucida Sans Unicode"/>
              </a:rPr>
              <a:t>que</a:t>
            </a:r>
            <a:r>
              <a:rPr sz="1800" spc="-7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800" spc="114" dirty="0">
                <a:solidFill>
                  <a:srgbClr val="FFFFFF"/>
                </a:solidFill>
                <a:latin typeface="Lucida Sans Unicode"/>
                <a:cs typeface="Lucida Sans Unicode"/>
              </a:rPr>
              <a:t>sea</a:t>
            </a:r>
            <a:r>
              <a:rPr sz="1800" spc="-7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800" spc="114" dirty="0">
                <a:solidFill>
                  <a:srgbClr val="FFFFFF"/>
                </a:solidFill>
                <a:latin typeface="Lucida Sans Unicode"/>
                <a:cs typeface="Lucida Sans Unicode"/>
              </a:rPr>
              <a:t>adecuado</a:t>
            </a:r>
            <a:r>
              <a:rPr sz="1800" spc="-7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800" spc="105" dirty="0">
                <a:solidFill>
                  <a:srgbClr val="FFFFFF"/>
                </a:solidFill>
                <a:latin typeface="Lucida Sans Unicode"/>
                <a:cs typeface="Lucida Sans Unicode"/>
              </a:rPr>
              <a:t>para</a:t>
            </a:r>
            <a:r>
              <a:rPr sz="1800" spc="-7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Lucida Sans Unicode"/>
                <a:cs typeface="Lucida Sans Unicode"/>
              </a:rPr>
              <a:t>el </a:t>
            </a:r>
            <a:r>
              <a:rPr sz="1800" dirty="0">
                <a:solidFill>
                  <a:srgbClr val="FFFFFF"/>
                </a:solidFill>
                <a:latin typeface="Lucida Sans Unicode"/>
                <a:cs typeface="Lucida Sans Unicode"/>
              </a:rPr>
              <a:t>trabajador,</a:t>
            </a:r>
            <a:r>
              <a:rPr sz="1800" spc="9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800" dirty="0">
                <a:solidFill>
                  <a:srgbClr val="FFFFFF"/>
                </a:solidFill>
                <a:latin typeface="Lucida Sans Unicode"/>
                <a:cs typeface="Lucida Sans Unicode"/>
              </a:rPr>
              <a:t>teniendo</a:t>
            </a:r>
            <a:r>
              <a:rPr sz="1800" spc="8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800" spc="75" dirty="0">
                <a:solidFill>
                  <a:srgbClr val="FFFFFF"/>
                </a:solidFill>
                <a:latin typeface="Lucida Sans Unicode"/>
                <a:cs typeface="Lucida Sans Unicode"/>
              </a:rPr>
              <a:t>en</a:t>
            </a:r>
            <a:r>
              <a:rPr sz="1800" spc="90" dirty="0">
                <a:solidFill>
                  <a:srgbClr val="FFFFFF"/>
                </a:solidFill>
                <a:latin typeface="Lucida Sans Unicode"/>
                <a:cs typeface="Lucida Sans Unicode"/>
              </a:rPr>
              <a:t> cuenta</a:t>
            </a:r>
            <a:r>
              <a:rPr sz="1800" spc="8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Lucida Sans Unicode"/>
                <a:cs typeface="Lucida Sans Unicode"/>
              </a:rPr>
              <a:t>su </a:t>
            </a:r>
            <a:r>
              <a:rPr sz="1800" spc="65" dirty="0">
                <a:solidFill>
                  <a:srgbClr val="FFFFFF"/>
                </a:solidFill>
                <a:latin typeface="Lucida Sans Unicode"/>
                <a:cs typeface="Lucida Sans Unicode"/>
              </a:rPr>
              <a:t>anatomía,</a:t>
            </a:r>
            <a:r>
              <a:rPr sz="1800" spc="-3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800" spc="-20" dirty="0">
                <a:solidFill>
                  <a:srgbClr val="FFFFFF"/>
                </a:solidFill>
                <a:latin typeface="Lucida Sans Unicode"/>
                <a:cs typeface="Lucida Sans Unicode"/>
              </a:rPr>
              <a:t>fisiología,</a:t>
            </a:r>
            <a:r>
              <a:rPr sz="1800" spc="-2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800" spc="114" dirty="0">
                <a:solidFill>
                  <a:srgbClr val="FFFFFF"/>
                </a:solidFill>
                <a:latin typeface="Lucida Sans Unicode"/>
                <a:cs typeface="Lucida Sans Unicode"/>
              </a:rPr>
              <a:t>capacidades</a:t>
            </a:r>
            <a:r>
              <a:rPr sz="1800" spc="-3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800" dirty="0">
                <a:solidFill>
                  <a:srgbClr val="FFFFFF"/>
                </a:solidFill>
                <a:latin typeface="Lucida Sans Unicode"/>
                <a:cs typeface="Lucida Sans Unicode"/>
              </a:rPr>
              <a:t>físicas</a:t>
            </a:r>
            <a:r>
              <a:rPr sz="1800" spc="-3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800" spc="30" dirty="0">
                <a:solidFill>
                  <a:srgbClr val="FFFFFF"/>
                </a:solidFill>
                <a:latin typeface="Lucida Sans Unicode"/>
                <a:cs typeface="Lucida Sans Unicode"/>
              </a:rPr>
              <a:t>y </a:t>
            </a:r>
            <a:r>
              <a:rPr sz="1800" dirty="0">
                <a:solidFill>
                  <a:srgbClr val="FFFFFF"/>
                </a:solidFill>
                <a:latin typeface="Lucida Sans Unicode"/>
                <a:cs typeface="Lucida Sans Unicode"/>
              </a:rPr>
              <a:t>mentales,</a:t>
            </a:r>
            <a:r>
              <a:rPr sz="1800" spc="-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800" spc="50" dirty="0">
                <a:solidFill>
                  <a:srgbClr val="FFFFFF"/>
                </a:solidFill>
                <a:latin typeface="Lucida Sans Unicode"/>
                <a:cs typeface="Lucida Sans Unicode"/>
              </a:rPr>
              <a:t>así</a:t>
            </a:r>
            <a:r>
              <a:rPr sz="180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800" spc="110" dirty="0">
                <a:solidFill>
                  <a:srgbClr val="FFFFFF"/>
                </a:solidFill>
                <a:latin typeface="Lucida Sans Unicode"/>
                <a:cs typeface="Lucida Sans Unicode"/>
              </a:rPr>
              <a:t>como</a:t>
            </a:r>
            <a:r>
              <a:rPr sz="1800" spc="-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800" spc="50" dirty="0">
                <a:solidFill>
                  <a:srgbClr val="FFFFFF"/>
                </a:solidFill>
                <a:latin typeface="Lucida Sans Unicode"/>
                <a:cs typeface="Lucida Sans Unicode"/>
              </a:rPr>
              <a:t>las</a:t>
            </a:r>
            <a:r>
              <a:rPr sz="18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800" spc="75" dirty="0">
                <a:solidFill>
                  <a:srgbClr val="FFFFFF"/>
                </a:solidFill>
                <a:latin typeface="Lucida Sans Unicode"/>
                <a:cs typeface="Lucida Sans Unicode"/>
              </a:rPr>
              <a:t>tareas</a:t>
            </a:r>
            <a:r>
              <a:rPr sz="1800" spc="-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800" spc="30" dirty="0">
                <a:solidFill>
                  <a:srgbClr val="FFFFFF"/>
                </a:solidFill>
                <a:latin typeface="Lucida Sans Unicode"/>
                <a:cs typeface="Lucida Sans Unicode"/>
              </a:rPr>
              <a:t>y </a:t>
            </a:r>
            <a:r>
              <a:rPr sz="180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herramientas</a:t>
            </a:r>
            <a:r>
              <a:rPr sz="1800" spc="-4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800" spc="75" dirty="0">
                <a:solidFill>
                  <a:srgbClr val="FFFFFF"/>
                </a:solidFill>
                <a:latin typeface="Lucida Sans Unicode"/>
                <a:cs typeface="Lucida Sans Unicode"/>
              </a:rPr>
              <a:t>que</a:t>
            </a:r>
            <a:r>
              <a:rPr sz="1800" spc="-4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800" spc="-55" dirty="0">
                <a:solidFill>
                  <a:srgbClr val="FFFFFF"/>
                </a:solidFill>
                <a:latin typeface="Lucida Sans Unicode"/>
                <a:cs typeface="Lucida Sans Unicode"/>
              </a:rPr>
              <a:t>utiliza.</a:t>
            </a:r>
            <a:r>
              <a:rPr sz="1800" spc="-4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800" dirty="0">
                <a:solidFill>
                  <a:srgbClr val="FFFFFF"/>
                </a:solidFill>
                <a:latin typeface="Lucida Sans Unicode"/>
                <a:cs typeface="Lucida Sans Unicode"/>
              </a:rPr>
              <a:t>Algunos</a:t>
            </a:r>
            <a:r>
              <a:rPr sz="1800" spc="-4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800" spc="70" dirty="0">
                <a:solidFill>
                  <a:srgbClr val="FFFFFF"/>
                </a:solidFill>
                <a:latin typeface="Lucida Sans Unicode"/>
                <a:cs typeface="Lucida Sans Unicode"/>
              </a:rPr>
              <a:t>aspectos </a:t>
            </a:r>
            <a:r>
              <a:rPr sz="1800" spc="45" dirty="0">
                <a:solidFill>
                  <a:srgbClr val="FFFFFF"/>
                </a:solidFill>
                <a:latin typeface="Lucida Sans Unicode"/>
                <a:cs typeface="Lucida Sans Unicode"/>
              </a:rPr>
              <a:t>importantes</a:t>
            </a:r>
            <a:r>
              <a:rPr sz="1800" spc="-8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800" spc="95" dirty="0">
                <a:solidFill>
                  <a:srgbClr val="FFFFFF"/>
                </a:solidFill>
                <a:latin typeface="Lucida Sans Unicode"/>
                <a:cs typeface="Lucida Sans Unicode"/>
              </a:rPr>
              <a:t>de</a:t>
            </a:r>
            <a:r>
              <a:rPr sz="1800" spc="-8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800" spc="65" dirty="0">
                <a:solidFill>
                  <a:srgbClr val="FFFFFF"/>
                </a:solidFill>
                <a:latin typeface="Lucida Sans Unicode"/>
                <a:cs typeface="Lucida Sans Unicode"/>
              </a:rPr>
              <a:t>la</a:t>
            </a:r>
            <a:r>
              <a:rPr sz="1800" spc="-8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800" spc="65" dirty="0">
                <a:solidFill>
                  <a:srgbClr val="FFFFFF"/>
                </a:solidFill>
                <a:latin typeface="Lucida Sans Unicode"/>
                <a:cs typeface="Lucida Sans Unicode"/>
              </a:rPr>
              <a:t>ergonomía</a:t>
            </a:r>
            <a:r>
              <a:rPr sz="1800" spc="-8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800" spc="35" dirty="0">
                <a:solidFill>
                  <a:srgbClr val="FFFFFF"/>
                </a:solidFill>
                <a:latin typeface="Lucida Sans Unicode"/>
                <a:cs typeface="Lucida Sans Unicode"/>
              </a:rPr>
              <a:t>laboral </a:t>
            </a:r>
            <a:r>
              <a:rPr sz="1800" dirty="0">
                <a:solidFill>
                  <a:srgbClr val="FFFFFF"/>
                </a:solidFill>
                <a:latin typeface="Lucida Sans Unicode"/>
                <a:cs typeface="Lucida Sans Unicode"/>
              </a:rPr>
              <a:t>incluyen</a:t>
            </a:r>
            <a:r>
              <a:rPr sz="1800" spc="3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800" dirty="0">
                <a:solidFill>
                  <a:srgbClr val="FFFFFF"/>
                </a:solidFill>
                <a:latin typeface="Lucida Sans Unicode"/>
                <a:cs typeface="Lucida Sans Unicode"/>
              </a:rPr>
              <a:t>el</a:t>
            </a:r>
            <a:r>
              <a:rPr sz="1800" spc="4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800" dirty="0">
                <a:solidFill>
                  <a:srgbClr val="FFFFFF"/>
                </a:solidFill>
                <a:latin typeface="Lucida Sans Unicode"/>
                <a:cs typeface="Lucida Sans Unicode"/>
              </a:rPr>
              <a:t>diseño</a:t>
            </a:r>
            <a:r>
              <a:rPr sz="1800" spc="3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800" spc="95" dirty="0">
                <a:solidFill>
                  <a:srgbClr val="FFFFFF"/>
                </a:solidFill>
                <a:latin typeface="Lucida Sans Unicode"/>
                <a:cs typeface="Lucida Sans Unicode"/>
              </a:rPr>
              <a:t>de</a:t>
            </a:r>
            <a:r>
              <a:rPr sz="1800" spc="3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800" dirty="0">
                <a:solidFill>
                  <a:srgbClr val="FFFFFF"/>
                </a:solidFill>
                <a:latin typeface="Lucida Sans Unicode"/>
                <a:cs typeface="Lucida Sans Unicode"/>
              </a:rPr>
              <a:t>mobiliario</a:t>
            </a:r>
            <a:r>
              <a:rPr sz="1800" spc="4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800" spc="80" dirty="0">
                <a:solidFill>
                  <a:srgbClr val="FFFFFF"/>
                </a:solidFill>
                <a:latin typeface="Lucida Sans Unicode"/>
                <a:cs typeface="Lucida Sans Unicode"/>
              </a:rPr>
              <a:t>y</a:t>
            </a:r>
            <a:r>
              <a:rPr sz="1800" spc="3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equipo</a:t>
            </a:r>
            <a:r>
              <a:rPr sz="1800" spc="95" dirty="0">
                <a:solidFill>
                  <a:srgbClr val="FFFFFF"/>
                </a:solidFill>
                <a:latin typeface="Lucida Sans Unicode"/>
                <a:cs typeface="Lucida Sans Unicode"/>
              </a:rPr>
              <a:t> de</a:t>
            </a:r>
            <a:r>
              <a:rPr sz="1800" spc="-3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800" dirty="0">
                <a:solidFill>
                  <a:srgbClr val="FFFFFF"/>
                </a:solidFill>
                <a:latin typeface="Lucida Sans Unicode"/>
                <a:cs typeface="Lucida Sans Unicode"/>
              </a:rPr>
              <a:t>trabajo,</a:t>
            </a:r>
            <a:r>
              <a:rPr sz="1800" spc="-1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800" spc="65" dirty="0">
                <a:solidFill>
                  <a:srgbClr val="FFFFFF"/>
                </a:solidFill>
                <a:latin typeface="Lucida Sans Unicode"/>
                <a:cs typeface="Lucida Sans Unicode"/>
              </a:rPr>
              <a:t>la</a:t>
            </a:r>
            <a:r>
              <a:rPr sz="1800" spc="-3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800" dirty="0">
                <a:solidFill>
                  <a:srgbClr val="FFFFFF"/>
                </a:solidFill>
                <a:latin typeface="Lucida Sans Unicode"/>
                <a:cs typeface="Lucida Sans Unicode"/>
              </a:rPr>
              <a:t>distribución</a:t>
            </a:r>
            <a:r>
              <a:rPr sz="1800" spc="-2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800" dirty="0">
                <a:solidFill>
                  <a:srgbClr val="FFFFFF"/>
                </a:solidFill>
                <a:latin typeface="Lucida Sans Unicode"/>
                <a:cs typeface="Lucida Sans Unicode"/>
              </a:rPr>
              <a:t>del</a:t>
            </a:r>
            <a:r>
              <a:rPr sz="1800" spc="-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800" spc="80" dirty="0">
                <a:solidFill>
                  <a:srgbClr val="FFFFFF"/>
                </a:solidFill>
                <a:latin typeface="Lucida Sans Unicode"/>
                <a:cs typeface="Lucida Sans Unicode"/>
              </a:rPr>
              <a:t>espacio</a:t>
            </a:r>
            <a:r>
              <a:rPr sz="1800" spc="-2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800" spc="70" dirty="0">
                <a:solidFill>
                  <a:srgbClr val="FFFFFF"/>
                </a:solidFill>
                <a:latin typeface="Lucida Sans Unicode"/>
                <a:cs typeface="Lucida Sans Unicode"/>
              </a:rPr>
              <a:t>de </a:t>
            </a:r>
            <a:r>
              <a:rPr sz="1800" dirty="0">
                <a:solidFill>
                  <a:srgbClr val="FFFFFF"/>
                </a:solidFill>
                <a:latin typeface="Lucida Sans Unicode"/>
                <a:cs typeface="Lucida Sans Unicode"/>
              </a:rPr>
              <a:t>trabajo,</a:t>
            </a:r>
            <a:r>
              <a:rPr sz="1800" spc="-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800" spc="65" dirty="0">
                <a:solidFill>
                  <a:srgbClr val="FFFFFF"/>
                </a:solidFill>
                <a:latin typeface="Lucida Sans Unicode"/>
                <a:cs typeface="Lucida Sans Unicode"/>
              </a:rPr>
              <a:t>la</a:t>
            </a:r>
            <a:r>
              <a:rPr sz="1800" spc="-3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800" dirty="0">
                <a:solidFill>
                  <a:srgbClr val="FFFFFF"/>
                </a:solidFill>
                <a:latin typeface="Lucida Sans Unicode"/>
                <a:cs typeface="Lucida Sans Unicode"/>
              </a:rPr>
              <a:t>iluminación,</a:t>
            </a:r>
            <a:r>
              <a:rPr sz="1800" spc="-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800" spc="65" dirty="0">
                <a:solidFill>
                  <a:srgbClr val="FFFFFF"/>
                </a:solidFill>
                <a:latin typeface="Lucida Sans Unicode"/>
                <a:cs typeface="Lucida Sans Unicode"/>
              </a:rPr>
              <a:t>la</a:t>
            </a:r>
            <a:r>
              <a:rPr sz="1800" spc="-2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800" spc="45" dirty="0">
                <a:solidFill>
                  <a:srgbClr val="FFFFFF"/>
                </a:solidFill>
                <a:latin typeface="Lucida Sans Unicode"/>
                <a:cs typeface="Lucida Sans Unicode"/>
              </a:rPr>
              <a:t>temperatura,</a:t>
            </a:r>
            <a:r>
              <a:rPr sz="1800" spc="-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Lucida Sans Unicode"/>
                <a:cs typeface="Lucida Sans Unicode"/>
              </a:rPr>
              <a:t>el </a:t>
            </a:r>
            <a:r>
              <a:rPr sz="1800" spc="-35" dirty="0">
                <a:solidFill>
                  <a:srgbClr val="FFFFFF"/>
                </a:solidFill>
                <a:latin typeface="Lucida Sans Unicode"/>
                <a:cs typeface="Lucida Sans Unicode"/>
              </a:rPr>
              <a:t>ruido,</a:t>
            </a:r>
            <a:r>
              <a:rPr sz="1800" spc="-8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800" spc="50" dirty="0">
                <a:solidFill>
                  <a:srgbClr val="FFFFFF"/>
                </a:solidFill>
                <a:latin typeface="Lucida Sans Unicode"/>
                <a:cs typeface="Lucida Sans Unicode"/>
              </a:rPr>
              <a:t>las</a:t>
            </a:r>
            <a:r>
              <a:rPr sz="1800" spc="-8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800" spc="95" dirty="0">
                <a:solidFill>
                  <a:srgbClr val="FFFFFF"/>
                </a:solidFill>
                <a:latin typeface="Lucida Sans Unicode"/>
                <a:cs typeface="Lucida Sans Unicode"/>
              </a:rPr>
              <a:t>pausas</a:t>
            </a:r>
            <a:r>
              <a:rPr sz="1800" spc="-8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800" spc="80" dirty="0">
                <a:solidFill>
                  <a:srgbClr val="FFFFFF"/>
                </a:solidFill>
                <a:latin typeface="Lucida Sans Unicode"/>
                <a:cs typeface="Lucida Sans Unicode"/>
              </a:rPr>
              <a:t>y</a:t>
            </a:r>
            <a:r>
              <a:rPr sz="1800" spc="-8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800" spc="70" dirty="0">
                <a:solidFill>
                  <a:srgbClr val="FFFFFF"/>
                </a:solidFill>
                <a:latin typeface="Lucida Sans Unicode"/>
                <a:cs typeface="Lucida Sans Unicode"/>
              </a:rPr>
              <a:t>descansos</a:t>
            </a:r>
            <a:endParaRPr sz="1800">
              <a:latin typeface="Lucida Sans Unicode"/>
              <a:cs typeface="Lucida Sans Unicode"/>
            </a:endParaRPr>
          </a:p>
          <a:p>
            <a:pPr marL="1073785" marR="1118235">
              <a:lnSpc>
                <a:spcPct val="116500"/>
              </a:lnSpc>
              <a:spcBef>
                <a:spcPts val="1105"/>
              </a:spcBef>
            </a:pPr>
            <a:r>
              <a:rPr sz="2200" b="1" spc="-55" dirty="0">
                <a:solidFill>
                  <a:srgbClr val="FDECCF"/>
                </a:solidFill>
                <a:latin typeface="Verdana"/>
                <a:cs typeface="Verdana"/>
              </a:rPr>
              <a:t>Principios</a:t>
            </a:r>
            <a:r>
              <a:rPr sz="2200" b="1" spc="-120" dirty="0">
                <a:solidFill>
                  <a:srgbClr val="FDECCF"/>
                </a:solidFill>
                <a:latin typeface="Verdana"/>
                <a:cs typeface="Verdana"/>
              </a:rPr>
              <a:t> </a:t>
            </a:r>
            <a:r>
              <a:rPr sz="2200" b="1" spc="-10" dirty="0">
                <a:solidFill>
                  <a:srgbClr val="FDECCF"/>
                </a:solidFill>
                <a:latin typeface="Verdana"/>
                <a:cs typeface="Verdana"/>
              </a:rPr>
              <a:t>básicos de</a:t>
            </a:r>
            <a:r>
              <a:rPr sz="2200" b="1" spc="-110" dirty="0">
                <a:solidFill>
                  <a:srgbClr val="FDECCF"/>
                </a:solidFill>
                <a:latin typeface="Verdana"/>
                <a:cs typeface="Verdana"/>
              </a:rPr>
              <a:t> </a:t>
            </a:r>
            <a:r>
              <a:rPr sz="2200" b="1" spc="-75" dirty="0">
                <a:solidFill>
                  <a:srgbClr val="FDECCF"/>
                </a:solidFill>
                <a:latin typeface="Verdana"/>
                <a:cs typeface="Verdana"/>
              </a:rPr>
              <a:t>ergonomía</a:t>
            </a:r>
            <a:r>
              <a:rPr sz="2200" b="1" spc="-105" dirty="0">
                <a:solidFill>
                  <a:srgbClr val="FDECCF"/>
                </a:solidFill>
                <a:latin typeface="Verdana"/>
                <a:cs typeface="Verdana"/>
              </a:rPr>
              <a:t> </a:t>
            </a:r>
            <a:r>
              <a:rPr sz="2200" b="1" spc="-25" dirty="0">
                <a:solidFill>
                  <a:srgbClr val="FDECCF"/>
                </a:solidFill>
                <a:latin typeface="Verdana"/>
                <a:cs typeface="Verdana"/>
              </a:rPr>
              <a:t>en </a:t>
            </a:r>
            <a:r>
              <a:rPr sz="2200" b="1" spc="-70" dirty="0">
                <a:solidFill>
                  <a:srgbClr val="FDECCF"/>
                </a:solidFill>
                <a:latin typeface="Verdana"/>
                <a:cs typeface="Verdana"/>
              </a:rPr>
              <a:t>puestos</a:t>
            </a:r>
            <a:r>
              <a:rPr sz="2200" b="1" spc="-120" dirty="0">
                <a:solidFill>
                  <a:srgbClr val="FDECCF"/>
                </a:solidFill>
                <a:latin typeface="Verdana"/>
                <a:cs typeface="Verdana"/>
              </a:rPr>
              <a:t> </a:t>
            </a:r>
            <a:r>
              <a:rPr sz="2200" b="1" spc="-10" dirty="0">
                <a:solidFill>
                  <a:srgbClr val="FDECCF"/>
                </a:solidFill>
                <a:latin typeface="Verdana"/>
                <a:cs typeface="Verdana"/>
              </a:rPr>
              <a:t>de</a:t>
            </a:r>
            <a:r>
              <a:rPr sz="2200" b="1" spc="-120" dirty="0">
                <a:solidFill>
                  <a:srgbClr val="FDECCF"/>
                </a:solidFill>
                <a:latin typeface="Verdana"/>
                <a:cs typeface="Verdana"/>
              </a:rPr>
              <a:t> </a:t>
            </a:r>
            <a:r>
              <a:rPr sz="2200" b="1" spc="-75" dirty="0">
                <a:solidFill>
                  <a:srgbClr val="FDECCF"/>
                </a:solidFill>
                <a:latin typeface="Verdana"/>
                <a:cs typeface="Verdana"/>
              </a:rPr>
              <a:t>trabajo</a:t>
            </a:r>
            <a:endParaRPr sz="22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</TotalTime>
  <Words>699</Words>
  <Application>Microsoft Office PowerPoint</Application>
  <PresentationFormat>Personalizado</PresentationFormat>
  <Paragraphs>27</Paragraphs>
  <Slides>4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</vt:i4>
      </vt:variant>
    </vt:vector>
  </HeadingPairs>
  <TitlesOfParts>
    <vt:vector size="10" baseType="lpstr">
      <vt:lpstr>Arial</vt:lpstr>
      <vt:lpstr>Arial Black</vt:lpstr>
      <vt:lpstr>Lucida Sans Unicode</vt:lpstr>
      <vt:lpstr>Times New Roman</vt:lpstr>
      <vt:lpstr>Verdana</vt:lpstr>
      <vt:lpstr>Office Theme</vt:lpstr>
      <vt:lpstr>         Servicio Nacional de Aprendizaje – SENA          Tecnólogo en Análisis y Desarrollo de Software Ficha: 3134555     Infografía Plan de higiene y gasto calórico (GA6-230101507-AA2-EV01)               APRENDIZ Johan Mauricio Sánchez Gaviria             INSTRUCTOR                   NOVIEMBRE 2025 </vt:lpstr>
      <vt:lpstr>GASTO</vt:lpstr>
      <vt:lpstr>HIGIENE POSTURAL</vt:lpstr>
      <vt:lpstr>ERGONOMÍA LABORAL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Yellow &amp; Black Minimalist Health Tips Infographic</dc:title>
  <dc:creator>Cristian David Bernal Rubiano</dc:creator>
  <cp:keywords>DAFfd_HzWoI,BAFNJ9Jzbz0</cp:keywords>
  <cp:lastModifiedBy>JENIFFER ANDREA</cp:lastModifiedBy>
  <cp:revision>1</cp:revision>
  <dcterms:created xsi:type="dcterms:W3CDTF">2025-12-01T20:15:16Z</dcterms:created>
  <dcterms:modified xsi:type="dcterms:W3CDTF">2025-12-01T20:20:32Z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2023-04-08T00:00:00Z</vt:filetime>
  </property>
  <property fmtid="{D5CDD505-2E9C-101B-9397-08002B2CF9AE}" pid="3" name="Creator">
    <vt:lpwstr>Canva</vt:lpwstr>
  </property>
  <property fmtid="{D5CDD505-2E9C-101B-9397-08002B2CF9AE}" pid="4" name="Producer">
    <vt:lpwstr>Canva</vt:lpwstr>
  </property>
  <property fmtid="{D5CDD505-2E9C-101B-9397-08002B2CF9AE}" pid="5" name="LastSaved">
    <vt:filetime>2023-04-08T00:00:00Z</vt:filetime>
  </property>
</Properties>
</file>